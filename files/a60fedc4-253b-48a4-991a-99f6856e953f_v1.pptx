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9D6874-3E42-4C2C-A7B8-6A8213735485}" v="8" dt="2026-08-07T09:08:21.7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3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Header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F74CB9-A50B-4F1C-8EFF-368A1AF0E53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B3E00-B6CE-4EAF-A3A7-BC372E272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7761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6589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2F85-21C0-4424-B0B6-2313726738C1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923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69F5D-5B28-4895-9EE0-47DA0532E606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Department of CSE-CD                                                           CDD 324 Mini Project Phase -I                                                      2023 - 2027 Batch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625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D535-DFCE-4D1D-BC3E-5150D678208C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05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0487-B28F-420D-B5EF-7D667983A20B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279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FC95-1C98-4EE2-9B9C-80BB158C0C7A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397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111AA-78B1-4852-AF0A-AFB9BB11773A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420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BDD36-2C82-4963-A3CE-FE7EF4DF78B9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58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83214-F40E-4D4D-ADC5-A46C1929620D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827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9581-7B82-44A1-9229-C8879EC1BCC1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387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C26F-1529-43AB-B5C2-984D99B665BC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914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B9CF9-3923-4322-AE95-765E857090C9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5710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B59CB-1E3F-48FB-8EEC-1D553B7A1B65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556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52B2-A363-4973-8233-BFE491630014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0175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D289-9771-4F99-9991-825A373E2163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923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BD0DF-9D07-4300-A0CC-7D91B80350E9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89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9068-F47D-4D9C-835A-422DF1E69FFF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459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C32EC-215A-460D-9138-FBC336902299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164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1359" y="1280850"/>
            <a:ext cx="7603218" cy="103849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</a:t>
            </a:r>
            <a:r>
              <a:rPr lang="en-US" sz="24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Phase - </a:t>
            </a:r>
            <a:r>
              <a:rPr lang="en-US" sz="24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4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Zeroth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885" y="4494893"/>
            <a:ext cx="3457095" cy="154304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By,		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Ms.Farbeena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</a:p>
          <a:p>
            <a:pPr>
              <a:spcBef>
                <a:spcPts val="0"/>
              </a:spcBef>
            </a:pP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	</a:t>
            </a:r>
          </a:p>
          <a:p>
            <a:pPr>
              <a:spcBef>
                <a:spcPts val="0"/>
              </a:spcBef>
            </a:pP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8974"/>
            <a:ext cx="8915400" cy="103849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52" y="6231005"/>
            <a:ext cx="8977448" cy="644643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4572000" y="4335062"/>
            <a:ext cx="4267200" cy="1895943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oject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Members	</a:t>
            </a:r>
          </a:p>
          <a:p>
            <a:pPr marL="216000" indent="-257168">
              <a:spcBef>
                <a:spcPts val="600"/>
              </a:spcBef>
              <a:buAutoNum type="arabicPeriod"/>
            </a:pP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Abhishek KB(LJCE23CC034) </a:t>
            </a:r>
          </a:p>
          <a:p>
            <a:pPr marL="216000" indent="-257168">
              <a:spcBef>
                <a:spcPts val="600"/>
              </a:spcBef>
              <a:buAutoNum type="arabicPeriod"/>
            </a:pPr>
            <a:r>
              <a:rPr lang="en-US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Shanid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Ali(JCE23CC027) </a:t>
            </a:r>
          </a:p>
          <a:p>
            <a:pPr marL="216000" indent="-257168">
              <a:spcBef>
                <a:spcPts val="600"/>
              </a:spcBef>
              <a:buAutoNum type="arabicPeriod"/>
            </a:pP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Akshay N(JCE23CC008)</a:t>
            </a: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AD14A7-FE68-D5B9-F44A-8E199441A9BF}"/>
              </a:ext>
            </a:extLst>
          </p:cNvPr>
          <p:cNvSpPr txBox="1">
            <a:spLocks/>
          </p:cNvSpPr>
          <p:nvPr/>
        </p:nvSpPr>
        <p:spPr>
          <a:xfrm>
            <a:off x="963068" y="2512411"/>
            <a:ext cx="7603218" cy="73559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Bluetooth Mesh Chat Application</a:t>
            </a:r>
            <a:endParaRPr lang="en-US" sz="40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4DE4EF-F067-07BA-2EF9-84D60545D93D}"/>
              </a:ext>
            </a:extLst>
          </p:cNvPr>
          <p:cNvSpPr txBox="1"/>
          <p:nvPr/>
        </p:nvSpPr>
        <p:spPr>
          <a:xfrm>
            <a:off x="521580" y="1010255"/>
            <a:ext cx="868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epartment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Computer Science &amp; Engineering 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03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31" y="329900"/>
            <a:ext cx="7391340" cy="107114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2640" y="1401047"/>
            <a:ext cx="5212080" cy="4767942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0015" y="787783"/>
            <a:ext cx="656191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7D6835B0-88DB-1DBB-D6CC-0F22D2F2E3CE}"/>
              </a:ext>
            </a:extLst>
          </p:cNvPr>
          <p:cNvSpPr txBox="1">
            <a:spLocks/>
          </p:cNvSpPr>
          <p:nvPr/>
        </p:nvSpPr>
        <p:spPr>
          <a:xfrm>
            <a:off x="1096206" y="6417129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</a:t>
            </a:r>
            <a:r>
              <a:rPr lang="en-US" sz="11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-I                                    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857875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F3723-E27F-4E5E-906F-BEBF2F929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1D8A8-7EBE-E662-F5D3-04AAEDFFE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231" y="329900"/>
            <a:ext cx="7391340" cy="128089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4DA70-3A69-86D6-7B28-12F0D225C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111" y="1610790"/>
            <a:ext cx="8132712" cy="5887104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Bluetooth Mesh Chat Application enables messaging between nearby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the internet, Wi-Fi, or cellular networks using Bluetooth Low Energy (BLE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uses BLE mesh networking, allowing messages and GPS location data to be forwarded through intermediate devices, thereby extending communication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useful for emergencies, remote areas, disaster response, and places with poor network connectivity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AFAECA-5DFA-908A-AB61-F0F149D0E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6206" y="6417129"/>
            <a:ext cx="7915018" cy="440871"/>
          </a:xfrm>
        </p:spPr>
        <p:txBody>
          <a:bodyPr/>
          <a:lstStyle/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</a:t>
            </a:r>
            <a:r>
              <a:rPr lang="en-US" sz="11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Phase -I                                     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2023 - 2027 Batch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A2C24-B49E-ABC9-C354-933F58E1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0015" y="787783"/>
            <a:ext cx="656191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85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524" y="192240"/>
            <a:ext cx="6683765" cy="96066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228" y="1489990"/>
            <a:ext cx="8069061" cy="5368010"/>
          </a:xfrm>
        </p:spPr>
        <p:txBody>
          <a:bodyPr>
            <a:normAutofit/>
          </a:bodyPr>
          <a:lstStyle/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SecureMesh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offline messaging application designed for communication without internet or cellular networks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Bluetooth Low Energy (BLE) mesh networking to connect nearby devices and forward messages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secure messaging and GPS location sharing for better communication and coordination.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is useful during emergencies, disasters, remote travel, and areas with poor network coverage.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features such as end-to-end encryption and encrypted local storage help protect user data and privacy.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10C17BD-6A4A-5BF8-BD23-359908729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08C26835-6A7D-5AB6-8E1D-08978C82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6206" y="6445324"/>
            <a:ext cx="7915018" cy="440871"/>
          </a:xfrm>
        </p:spPr>
        <p:txBody>
          <a:bodyPr/>
          <a:lstStyle/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</a:t>
            </a:r>
            <a:r>
              <a:rPr lang="en-US" sz="11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Phase -I                                     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1117745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3216" y="192240"/>
            <a:ext cx="6683765" cy="9606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228" y="1497037"/>
            <a:ext cx="8278209" cy="4859157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communication applications depend on internet or cellular networks.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becomes difficult in remote areas, disasters, and network outages.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Bluetooth communication has a limited range between devices.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may lack secure offline messaging and location sharing.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secure system is needed to provide offline communication using BLE mesh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E78479C0-0B52-1637-3C99-7D3890576F8E}"/>
              </a:ext>
            </a:extLst>
          </p:cNvPr>
          <p:cNvSpPr txBox="1">
            <a:spLocks/>
          </p:cNvSpPr>
          <p:nvPr/>
        </p:nvSpPr>
        <p:spPr>
          <a:xfrm>
            <a:off x="1099184" y="6445324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 </a:t>
            </a:r>
            <a:r>
              <a:rPr lang="en-US" sz="11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-I                                    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580457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1788D-9D0D-756B-D03B-80EA2DA0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C68E-8CD7-B637-2EF5-D2C02FF50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216" y="192240"/>
            <a:ext cx="6683765" cy="96066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CF8C2-8AA2-A9CB-AAD2-C7EC780C3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8" y="1366729"/>
            <a:ext cx="8063878" cy="4703488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offline messaging application without internet or cellular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Bluetooth Low Energy (BLE) mesh networking for communication between nearby devices.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extend communication range by relaying messages through intermediate devices.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GPS location sharing through the mesh network.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private chats, group communication, and message delivery confirmation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BDC95-8DC6-BB60-BF7D-BE579575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A61D7D4-0768-5F38-8832-65234CB24BA9}"/>
              </a:ext>
            </a:extLst>
          </p:cNvPr>
          <p:cNvSpPr txBox="1">
            <a:spLocks/>
          </p:cNvSpPr>
          <p:nvPr/>
        </p:nvSpPr>
        <p:spPr>
          <a:xfrm>
            <a:off x="1099184" y="6445324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</a:t>
            </a:r>
            <a:r>
              <a:rPr lang="en-US" sz="11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Phase -I                                    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853490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3DF0A-5DA1-9A73-4185-ED3147076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487D6-329A-454F-2D32-2C5EA2E46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216" y="192240"/>
            <a:ext cx="6683765" cy="96066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7F0A6-815E-AD61-F540-D4B2A5E89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081" y="1494503"/>
            <a:ext cx="7257713" cy="4984955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WhatsApp: Internet-based messaging with end-to-end encryption.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Bridgefy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Offline messaging using Bluetooth mesh networking.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Briar: Secure peer-to-peer messaging using Bluetooth or Wi-Fi.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FireChat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Mesh-based communication without cellular networks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160F93-B576-5A61-A102-F1B454EDB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63ED189B-05F9-0AA4-D647-74B7AE4F55E8}"/>
              </a:ext>
            </a:extLst>
          </p:cNvPr>
          <p:cNvSpPr txBox="1">
            <a:spLocks/>
          </p:cNvSpPr>
          <p:nvPr/>
        </p:nvSpPr>
        <p:spPr>
          <a:xfrm>
            <a:off x="1096206" y="6381322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</a:t>
            </a:r>
            <a:r>
              <a:rPr lang="en-US" sz="11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–I                                               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2864332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3216" y="192240"/>
            <a:ext cx="6683765" cy="96066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EC955778-D5B4-A216-A694-B709EFEB976A}"/>
              </a:ext>
            </a:extLst>
          </p:cNvPr>
          <p:cNvSpPr txBox="1">
            <a:spLocks/>
          </p:cNvSpPr>
          <p:nvPr/>
        </p:nvSpPr>
        <p:spPr>
          <a:xfrm>
            <a:off x="1096206" y="6445324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</a:t>
            </a:r>
            <a:r>
              <a:rPr lang="en-US" sz="11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-I                                     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2023 - 2027 Batch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21F7A21-8F61-E02A-FCFC-CC969B593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17" y="1569036"/>
            <a:ext cx="8007531" cy="4859157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BLE-based offline messaging system without internet or cellular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Bluetooth mesh networking to relay messages through nearby devices.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end-to-end encryption for secure communication.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GPS location sharing through the mesh network.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private chats, group chats, and message delivery acknowledgements.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encrypted local storage for securely storing messages.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131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91BC6-9EEC-254F-5512-67C561A6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3BE7F-40FA-2215-27EB-C762F871B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216" y="192240"/>
            <a:ext cx="6683765" cy="96066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PROJECT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6B5C9-DFFA-A0B6-FED1-31D855DAB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612" y="1559044"/>
            <a:ext cx="7634839" cy="5298956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offline communication system using Bluetooth Low Energy (BLE).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message forwarding through nearby devices using mesh networking.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GPS location sharing between connected users.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the system in emergencies, remote areas, disaster situations, and locations with poor network connectivity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GPS location sharing between connected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encryption and secure local message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storage.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162FF-B0C1-30D0-4160-030CAD829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B0C9C573-8F84-661F-1C1B-524623F554E7}"/>
              </a:ext>
            </a:extLst>
          </p:cNvPr>
          <p:cNvSpPr txBox="1">
            <a:spLocks/>
          </p:cNvSpPr>
          <p:nvPr/>
        </p:nvSpPr>
        <p:spPr>
          <a:xfrm>
            <a:off x="1228982" y="6445324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</a:t>
            </a:r>
            <a:r>
              <a:rPr lang="en-US" sz="11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-I                                     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3144674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970" y="307449"/>
            <a:ext cx="6683765" cy="96066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0935" y="1583059"/>
            <a:ext cx="7769439" cy="5063547"/>
          </a:xfrm>
        </p:spPr>
        <p:txBody>
          <a:bodyPr>
            <a:noAutofit/>
          </a:bodyPr>
          <a:lstStyle/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SecureMesh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secure communication without requiring internet or cellular networks.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 mesh networking helps extend communication by forwarding messages through nearby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devices.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and secure storage protect user messages and location information.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location sharing improves coordination during emergencies and remote activities.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offers a reliable and privacy-focused solution for communication in areas with limited network connectivity.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78D18911-341B-F13A-C3C4-C7C243FE6C0F}"/>
              </a:ext>
            </a:extLst>
          </p:cNvPr>
          <p:cNvSpPr txBox="1">
            <a:spLocks/>
          </p:cNvSpPr>
          <p:nvPr/>
        </p:nvSpPr>
        <p:spPr>
          <a:xfrm>
            <a:off x="1136469" y="6417129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</a:t>
            </a:r>
            <a:r>
              <a:rPr lang="en-US" sz="11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-I                                     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2189534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40D9F-5559-CFFD-E62E-5F68BF9CB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C50E3-3B12-65ED-D527-1D01B06B9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970" y="307449"/>
            <a:ext cx="6683765" cy="96066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6A0B4-A945-B19C-3774-36B56FB51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206" y="1421722"/>
            <a:ext cx="7370845" cy="488019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[1]. Bluetooth SIG, “Bluetooth Mesh Networking — Technical Overview,” Bluetooth Special Interest Group, 2023.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[2].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Darroudi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M. and Gomez, C., “Bluetooth Low Energy Mesh Networks: A Survey,” Sensors, MDPI, 2017.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[3].  Android Developers, “Bluetooth Low Energy Overview,” Android Open Source Project Documentation, developer.android.com.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ABCB76-CC1F-6AFB-C135-6A3F75B0D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8C850E78-153C-2ABF-50A0-67F7854C1C30}"/>
              </a:ext>
            </a:extLst>
          </p:cNvPr>
          <p:cNvSpPr txBox="1">
            <a:spLocks/>
          </p:cNvSpPr>
          <p:nvPr/>
        </p:nvSpPr>
        <p:spPr>
          <a:xfrm>
            <a:off x="1096206" y="6417129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</a:t>
            </a:r>
            <a:r>
              <a:rPr lang="en-US" sz="11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Phase -I                                     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3087533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67214-85E9-5C68-51AF-325FFC982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7FEDD-77CC-FB8B-561F-4F0A0EEA5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117" y="2948666"/>
            <a:ext cx="6683765" cy="96066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CF61A0-1BD1-379C-C15F-669C4FE55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68980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827</Words>
  <Application>Microsoft Office PowerPoint</Application>
  <PresentationFormat>On-screen Show (4:3)</PresentationFormat>
  <Paragraphs>94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Times New Roman</vt:lpstr>
      <vt:lpstr>Wingdings 3</vt:lpstr>
      <vt:lpstr>Wisp</vt:lpstr>
      <vt:lpstr>CCD 415 Main Project Phase - I Zeroth Review</vt:lpstr>
      <vt:lpstr>OUTLINE</vt:lpstr>
      <vt:lpstr>ABSTRACT</vt:lpstr>
      <vt:lpstr>INTRODUCTION</vt:lpstr>
      <vt:lpstr>PROBLEM STATEMENT</vt:lpstr>
      <vt:lpstr>OBJECTIVES</vt:lpstr>
      <vt:lpstr>EXISTING SYSTEM</vt:lpstr>
      <vt:lpstr>PROPOSED SYSTEM</vt:lpstr>
      <vt:lpstr>SCOPE OF THE PROJECT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CCD 334 Mini Project Zeroth Review</dc:title>
  <dc:creator>PAVITHRA</dc:creator>
  <cp:lastModifiedBy>Akshay N</cp:lastModifiedBy>
  <cp:revision>12</cp:revision>
  <dcterms:modified xsi:type="dcterms:W3CDTF">2026-08-13T16:12:13Z</dcterms:modified>
</cp:coreProperties>
</file>