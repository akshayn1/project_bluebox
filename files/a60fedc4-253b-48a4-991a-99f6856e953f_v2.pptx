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170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9"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defTabSz="914400">
              <a:lnSpc>
                <a:spcPct val="90000"/>
              </a:lnSpc>
            </a:pPr>
            <a:r>
              <a:rPr lang="en-US" sz="4400" b="0" u="none" strike="noStrike">
                <a:solidFill>
                  <a:schemeClr val="dk1"/>
                </a:solidFill>
                <a:effectLst/>
                <a:uFillTx/>
                <a:latin typeface="Arial"/>
              </a:rPr>
              <a:t>Click to move the slide</a:t>
            </a:r>
          </a:p>
        </p:txBody>
      </p:sp>
      <p:sp>
        <p:nvSpPr>
          <p:cNvPr id="3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IN" sz="2000" b="0" u="none" strike="noStrike">
                <a:solidFill>
                  <a:srgbClr val="000000"/>
                </a:solidFill>
                <a:effectLst/>
                <a:uFillTx/>
                <a:latin typeface="Arial"/>
              </a:rPr>
              <a:t>Click to edit the notes' format</a:t>
            </a:r>
          </a:p>
        </p:txBody>
      </p:sp>
      <p:sp>
        <p:nvSpPr>
          <p:cNvPr id="3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IN" sz="1400" b="0" u="none" strike="noStrike">
                <a:solidFill>
                  <a:srgbClr val="000000"/>
                </a:solidFill>
                <a:effectLst/>
                <a:uFillTx/>
                <a:latin typeface="Times New Roman"/>
              </a:rPr>
              <a:t> </a:t>
            </a:r>
          </a:p>
        </p:txBody>
      </p:sp>
      <p:sp>
        <p:nvSpPr>
          <p:cNvPr id="32" name="PlaceHolder 4"/>
          <p:cNvSpPr>
            <a:spLocks noGrp="1"/>
          </p:cNvSpPr>
          <p:nvPr>
            <p:ph type="dt" idx="16"/>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p>
        </p:txBody>
      </p:sp>
      <p:sp>
        <p:nvSpPr>
          <p:cNvPr id="33" name="PlaceHolder 5"/>
          <p:cNvSpPr>
            <a:spLocks noGrp="1"/>
          </p:cNvSpPr>
          <p:nvPr>
            <p:ph type="ftr" idx="17"/>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p>
        </p:txBody>
      </p:sp>
      <p:sp>
        <p:nvSpPr>
          <p:cNvPr id="34" name="PlaceHolder 6"/>
          <p:cNvSpPr>
            <a:spLocks noGrp="1"/>
          </p:cNvSpPr>
          <p:nvPr>
            <p:ph type="sldNum" idx="18"/>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9A3E7B91-7277-4F1D-948A-E76017C06A16}" type="slidenum">
              <a:rPr lang="en-IN" sz="1400" b="0" u="none" strike="noStrike">
                <a:solidFill>
                  <a:srgbClr val="000000"/>
                </a:solidFill>
                <a:effectLst/>
                <a:uFillTx/>
                <a:latin typeface="Times New Roman"/>
              </a:rPr>
              <a:t>‹#›</a:t>
            </a:fld>
            <a:endParaRPr lang="en-IN"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PlaceHolder 1"/>
          <p:cNvSpPr>
            <a:spLocks noGrp="1" noRot="1" noChangeAspect="1"/>
          </p:cNvSpPr>
          <p:nvPr>
            <p:ph type="sldImg"/>
          </p:nvPr>
        </p:nvSpPr>
        <p:spPr>
          <a:xfrm>
            <a:off x="2857500" y="514350"/>
            <a:ext cx="3429000" cy="2571750"/>
          </a:xfrm>
          <a:prstGeom prst="rect">
            <a:avLst/>
          </a:prstGeom>
          <a:ln w="0">
            <a:noFill/>
          </a:ln>
        </p:spPr>
      </p:sp>
      <p:sp>
        <p:nvSpPr>
          <p:cNvPr id="113" name="PlaceHolder 2"/>
          <p:cNvSpPr>
            <a:spLocks noGrp="1"/>
          </p:cNvSpPr>
          <p:nvPr>
            <p:ph type="body"/>
          </p:nvPr>
        </p:nvSpPr>
        <p:spPr>
          <a:xfrm>
            <a:off x="914400" y="3257640"/>
            <a:ext cx="7314480" cy="3085560"/>
          </a:xfrm>
          <a:prstGeom prst="rect">
            <a:avLst/>
          </a:prstGeom>
          <a:noFill/>
          <a:ln w="0">
            <a:noFill/>
          </a:ln>
        </p:spPr>
        <p:txBody>
          <a:bodyPr lIns="91440" tIns="45720" rIns="91440" bIns="45720" anchor="t">
            <a:noAutofit/>
          </a:bodyPr>
          <a:lstStyle/>
          <a:p>
            <a:pPr indent="0" algn="l">
              <a:buNone/>
            </a:pPr>
            <a:endParaRPr lang="en-IN" sz="1800" b="0" u="none" strike="noStrike">
              <a:solidFill>
                <a:srgbClr val="000000"/>
              </a:solidFill>
              <a:effectLst/>
              <a:uFillTx/>
              <a:latin typeface="Arial"/>
            </a:endParaRPr>
          </a:p>
        </p:txBody>
      </p:sp>
      <p:sp>
        <p:nvSpPr>
          <p:cNvPr id="114" name="PlaceHolder 3"/>
          <p:cNvSpPr>
            <a:spLocks noGrp="1"/>
          </p:cNvSpPr>
          <p:nvPr>
            <p:ph type="sldNum" idx="39"/>
          </p:nvPr>
        </p:nvSpPr>
        <p:spPr>
          <a:xfrm>
            <a:off x="5180040" y="6513480"/>
            <a:ext cx="3961800" cy="3423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4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98D53748-6C94-4441-BBFD-451C82AD6FFC}" type="slidenum">
              <a:rPr lang="en-US" sz="1400" b="0" u="none" strike="noStrike">
                <a:solidFill>
                  <a:srgbClr val="000000"/>
                </a:solidFill>
                <a:effectLst/>
                <a:uFillTx/>
                <a:latin typeface="Times New Roman"/>
                <a:ea typeface="+mn-ea"/>
              </a:rPr>
              <a:t>11</a:t>
            </a:fld>
            <a:endParaRPr lang="en-IN" sz="14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OBJECT">
    <p:bg>
      <p:bgPr>
        <a:solidFill>
          <a:srgbClr val="FFFFFF"/>
        </a:solidFill>
        <a:effectLst/>
      </p:bgPr>
    </p:bg>
    <p:spTree>
      <p:nvGrpSpPr>
        <p:cNvPr id="1" name=""/>
        <p:cNvGrpSpPr/>
        <p:nvPr/>
      </p:nvGrpSpPr>
      <p:grpSpPr>
        <a:xfrm>
          <a:off x="0" y="0"/>
          <a:ext cx="0" cy="0"/>
          <a:chOff x="0" y="0"/>
          <a:chExt cx="0" cy="0"/>
        </a:xfrm>
      </p:grpSpPr>
      <p:sp>
        <p:nvSpPr>
          <p:cNvPr id="2" name="Google Shape;10;p11"/>
          <p:cNvSpPr/>
          <p:nvPr/>
        </p:nvSpPr>
        <p:spPr>
          <a:xfrm>
            <a:off x="0" y="0"/>
            <a:ext cx="9143280" cy="6857280"/>
          </a:xfrm>
          <a:prstGeom prst="rect">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IN" sz="1800" b="0" u="none" strike="noStrike">
              <a:solidFill>
                <a:schemeClr val="dk1"/>
              </a:solidFill>
              <a:effectLst/>
              <a:uFillTx/>
              <a:latin typeface="Calibri"/>
            </a:endParaRPr>
          </a:p>
        </p:txBody>
      </p:sp>
      <p:sp>
        <p:nvSpPr>
          <p:cNvPr id="3" name="PlaceHolder 1"/>
          <p:cNvSpPr>
            <a:spLocks noGrp="1"/>
          </p:cNvSpPr>
          <p:nvPr>
            <p:ph type="title"/>
          </p:nvPr>
        </p:nvSpPr>
        <p:spPr>
          <a:xfrm>
            <a:off x="1161720" y="361440"/>
            <a:ext cx="6819840" cy="494280"/>
          </a:xfrm>
          <a:prstGeom prst="rect">
            <a:avLst/>
          </a:prstGeom>
          <a:noFill/>
          <a:ln w="0">
            <a:noFill/>
          </a:ln>
        </p:spPr>
        <p:txBody>
          <a:bodyPr lIns="0" tIns="0" rIns="0" bIns="0" anchor="t">
            <a:spAutoFit/>
          </a:bodyPr>
          <a:lstStyle>
            <a:lvl1pPr indent="0" algn="l" defTabSz="914400">
              <a:lnSpc>
                <a:spcPct val="90000"/>
              </a:lnSpc>
              <a:buNone/>
              <a:tabLst>
                <a:tab pos="0" algn="l"/>
              </a:tabLst>
              <a:defRPr lang="en-IN" sz="3600" b="0" u="none" strike="noStrike">
                <a:solidFill>
                  <a:srgbClr val="000000"/>
                </a:solidFill>
                <a:effectLst/>
                <a:uFillTx/>
                <a:latin typeface="Arial"/>
              </a:defRPr>
            </a:lvl1pPr>
          </a:lstStyle>
          <a:p>
            <a:pPr indent="0" algn="l" defTabSz="914400">
              <a:lnSpc>
                <a:spcPct val="90000"/>
              </a:lnSpc>
              <a:buNone/>
              <a:tabLst>
                <a:tab pos="0" algn="l"/>
              </a:tabLst>
            </a:pPr>
            <a:r>
              <a:rPr lang="en-IN" sz="3600" b="0" u="none" strike="noStrike">
                <a:solidFill>
                  <a:srgbClr val="000000"/>
                </a:solidFill>
                <a:effectLst/>
                <a:uFillTx/>
                <a:latin typeface="Arial"/>
              </a:rPr>
              <a:t>Click to edit the title text format</a:t>
            </a:r>
            <a:endParaRPr lang="en-US" sz="3600" b="0" u="none" strike="noStrike">
              <a:solidFill>
                <a:schemeClr val="dk1"/>
              </a:solidFill>
              <a:effectLst/>
              <a:uFillTx/>
              <a:latin typeface="Arial"/>
            </a:endParaRPr>
          </a:p>
        </p:txBody>
      </p:sp>
      <p:sp>
        <p:nvSpPr>
          <p:cNvPr id="4" name="PlaceHolder 2"/>
          <p:cNvSpPr>
            <a:spLocks noGrp="1"/>
          </p:cNvSpPr>
          <p:nvPr>
            <p:ph type="body"/>
          </p:nvPr>
        </p:nvSpPr>
        <p:spPr>
          <a:xfrm>
            <a:off x="536040" y="1089360"/>
            <a:ext cx="7997040" cy="2735640"/>
          </a:xfrm>
          <a:prstGeom prst="rect">
            <a:avLst/>
          </a:prstGeom>
          <a:noFill/>
          <a:ln w="0">
            <a:noFill/>
          </a:ln>
        </p:spPr>
        <p:txBody>
          <a:bodyPr lIns="0" tIns="0" rIns="0" bIns="0" anchor="t">
            <a:spAutoFit/>
          </a:bodyPr>
          <a:lstStyle>
            <a:lvl1pPr algn="l" defTabSz="914400">
              <a:lnSpc>
                <a:spcPct val="90000"/>
              </a:lnSpc>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US" sz="24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US" sz="24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US" sz="24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US" sz="24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US" sz="24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US" sz="24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US" sz="2400" b="0" u="none" strike="noStrike">
              <a:solidFill>
                <a:schemeClr val="dk1"/>
              </a:solidFill>
              <a:effectLst/>
              <a:uFillTx/>
              <a:latin typeface="Arial"/>
            </a:endParaRPr>
          </a:p>
        </p:txBody>
      </p:sp>
      <p:sp>
        <p:nvSpPr>
          <p:cNvPr id="5" name="PlaceHolder 3"/>
          <p:cNvSpPr>
            <a:spLocks noGrp="1"/>
          </p:cNvSpPr>
          <p:nvPr>
            <p:ph type="ftr" idx="1"/>
          </p:nvPr>
        </p:nvSpPr>
        <p:spPr>
          <a:xfrm>
            <a:off x="231120" y="6448320"/>
            <a:ext cx="537120" cy="213840"/>
          </a:xfrm>
          <a:prstGeom prst="rect">
            <a:avLst/>
          </a:prstGeom>
          <a:noFill/>
          <a:ln w="0">
            <a:noFill/>
          </a:ln>
        </p:spPr>
        <p:txBody>
          <a:bodyPr lIns="0" tIns="0" rIns="0" bIns="0" anchor="t">
            <a:sp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6" name="PlaceHolder 4"/>
          <p:cNvSpPr>
            <a:spLocks noGrp="1"/>
          </p:cNvSpPr>
          <p:nvPr>
            <p:ph type="dt" idx="2"/>
          </p:nvPr>
        </p:nvSpPr>
        <p:spPr>
          <a:xfrm>
            <a:off x="1234080" y="6448320"/>
            <a:ext cx="2869560" cy="213840"/>
          </a:xfrm>
          <a:prstGeom prst="rect">
            <a:avLst/>
          </a:prstGeom>
          <a:noFill/>
          <a:ln w="0">
            <a:noFill/>
          </a:ln>
        </p:spPr>
        <p:txBody>
          <a:bodyPr lIns="0" tIns="0" rIns="0" bIns="0" anchor="t">
            <a:spAutoFit/>
          </a:bodyPr>
          <a:lstStyle>
            <a:lvl1pPr indent="0" algn="l" defTabSz="914400">
              <a:lnSpc>
                <a:spcPct val="100000"/>
              </a:lnSpc>
              <a:buNone/>
              <a:tabLst>
                <a:tab pos="0" algn="l"/>
              </a:tabLst>
              <a:defRPr lang="en-IN" sz="1400" b="0" u="none" strike="noStrike">
                <a:solidFill>
                  <a:srgbClr val="000000"/>
                </a:solidFill>
                <a:effectLst/>
                <a:uFillTx/>
                <a:latin typeface="Times New Roman"/>
              </a:defRPr>
            </a:lvl1pPr>
          </a:lstStyle>
          <a:p>
            <a:pPr indent="0" algn="l"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7" name="PlaceHolder 5"/>
          <p:cNvSpPr>
            <a:spLocks noGrp="1"/>
          </p:cNvSpPr>
          <p:nvPr>
            <p:ph type="sldNum" idx="3"/>
          </p:nvPr>
        </p:nvSpPr>
        <p:spPr>
          <a:xfrm>
            <a:off x="8751240" y="6450480"/>
            <a:ext cx="329040" cy="27468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186A1E48-3D55-496E-9552-892289BAA4CC}" type="slidenum">
              <a:rPr lang="en-US" sz="1800" b="1" u="none" strike="noStrike">
                <a:solidFill>
                  <a:schemeClr val="lt1"/>
                </a:solidFill>
                <a:effectLst/>
                <a:uFillTx/>
                <a:latin typeface="Arial"/>
                <a:ea typeface="Arial"/>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 Slide">
    <p:bg>
      <p:bgPr>
        <a:solidFill>
          <a:srgbClr val="FFFFFF"/>
        </a:solidFill>
        <a:effectLst/>
      </p:bgPr>
    </p:bg>
    <p:spTree>
      <p:nvGrpSpPr>
        <p:cNvPr id="1" name=""/>
        <p:cNvGrpSpPr/>
        <p:nvPr/>
      </p:nvGrpSpPr>
      <p:grpSpPr>
        <a:xfrm>
          <a:off x="0" y="0"/>
          <a:ext cx="0" cy="0"/>
          <a:chOff x="0" y="0"/>
          <a:chExt cx="0" cy="0"/>
        </a:xfrm>
      </p:grpSpPr>
      <p:sp>
        <p:nvSpPr>
          <p:cNvPr id="8" name="Google Shape;10;p11"/>
          <p:cNvSpPr/>
          <p:nvPr/>
        </p:nvSpPr>
        <p:spPr>
          <a:xfrm>
            <a:off x="0" y="0"/>
            <a:ext cx="9143280" cy="6857280"/>
          </a:xfrm>
          <a:prstGeom prst="rect">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IN" sz="1800" b="0" u="none" strike="noStrike">
              <a:solidFill>
                <a:schemeClr val="dk1"/>
              </a:solidFill>
              <a:effectLst/>
              <a:uFillTx/>
              <a:latin typeface="Calibri"/>
            </a:endParaRPr>
          </a:p>
        </p:txBody>
      </p:sp>
      <p:sp>
        <p:nvSpPr>
          <p:cNvPr id="9" name="PlaceHolder 1"/>
          <p:cNvSpPr>
            <a:spLocks noGrp="1"/>
          </p:cNvSpPr>
          <p:nvPr>
            <p:ph type="title"/>
          </p:nvPr>
        </p:nvSpPr>
        <p:spPr>
          <a:xfrm>
            <a:off x="685800" y="2126160"/>
            <a:ext cx="7771680" cy="494280"/>
          </a:xfrm>
          <a:prstGeom prst="rect">
            <a:avLst/>
          </a:prstGeom>
          <a:noFill/>
          <a:ln w="0">
            <a:noFill/>
          </a:ln>
        </p:spPr>
        <p:txBody>
          <a:bodyPr lIns="0" tIns="0" rIns="0" bIns="0" anchor="t">
            <a:spAutoFit/>
          </a:bodyPr>
          <a:lstStyle>
            <a:lvl1pPr indent="0" algn="l" defTabSz="914400">
              <a:lnSpc>
                <a:spcPct val="90000"/>
              </a:lnSpc>
              <a:buNone/>
              <a:tabLst>
                <a:tab pos="0" algn="l"/>
              </a:tabLst>
              <a:defRPr lang="en-IN" sz="3600" b="0" u="none" strike="noStrike">
                <a:solidFill>
                  <a:srgbClr val="000000"/>
                </a:solidFill>
                <a:effectLst/>
                <a:uFillTx/>
                <a:latin typeface="Arial"/>
              </a:defRPr>
            </a:lvl1pPr>
          </a:lstStyle>
          <a:p>
            <a:pPr indent="0" algn="l" defTabSz="914400">
              <a:lnSpc>
                <a:spcPct val="90000"/>
              </a:lnSpc>
              <a:buNone/>
              <a:tabLst>
                <a:tab pos="0" algn="l"/>
              </a:tabLst>
            </a:pPr>
            <a:r>
              <a:rPr lang="en-IN" sz="3600" b="0" u="none" strike="noStrike">
                <a:solidFill>
                  <a:srgbClr val="000000"/>
                </a:solidFill>
                <a:effectLst/>
                <a:uFillTx/>
                <a:latin typeface="Arial"/>
              </a:rPr>
              <a:t>Click to edit the title text format</a:t>
            </a:r>
            <a:endParaRPr lang="en-US" sz="3600" b="0" u="none" strike="noStrike">
              <a:solidFill>
                <a:schemeClr val="dk1"/>
              </a:solidFill>
              <a:effectLst/>
              <a:uFillTx/>
              <a:latin typeface="Arial"/>
            </a:endParaRPr>
          </a:p>
        </p:txBody>
      </p:sp>
      <p:sp>
        <p:nvSpPr>
          <p:cNvPr id="10" name="PlaceHolder 2"/>
          <p:cNvSpPr>
            <a:spLocks noGrp="1"/>
          </p:cNvSpPr>
          <p:nvPr>
            <p:ph type="ftr" idx="4"/>
          </p:nvPr>
        </p:nvSpPr>
        <p:spPr>
          <a:xfrm>
            <a:off x="231120" y="6448320"/>
            <a:ext cx="537120" cy="213840"/>
          </a:xfrm>
          <a:prstGeom prst="rect">
            <a:avLst/>
          </a:prstGeom>
          <a:noFill/>
          <a:ln w="0">
            <a:noFill/>
          </a:ln>
        </p:spPr>
        <p:txBody>
          <a:bodyPr lIns="0" tIns="0" rIns="0" bIns="0" anchor="t">
            <a:sp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11" name="PlaceHolder 3"/>
          <p:cNvSpPr>
            <a:spLocks noGrp="1"/>
          </p:cNvSpPr>
          <p:nvPr>
            <p:ph type="dt" idx="5"/>
          </p:nvPr>
        </p:nvSpPr>
        <p:spPr>
          <a:xfrm>
            <a:off x="1234080" y="6448320"/>
            <a:ext cx="2869560" cy="213840"/>
          </a:xfrm>
          <a:prstGeom prst="rect">
            <a:avLst/>
          </a:prstGeom>
          <a:noFill/>
          <a:ln w="0">
            <a:noFill/>
          </a:ln>
        </p:spPr>
        <p:txBody>
          <a:bodyPr lIns="0" tIns="0" rIns="0" bIns="0" anchor="t">
            <a:spAutoFit/>
          </a:bodyPr>
          <a:lstStyle>
            <a:lvl1pPr indent="0" algn="l" defTabSz="914400">
              <a:lnSpc>
                <a:spcPct val="100000"/>
              </a:lnSpc>
              <a:buNone/>
              <a:tabLst>
                <a:tab pos="0" algn="l"/>
              </a:tabLst>
              <a:defRPr lang="en-IN" sz="1400" b="0" u="none" strike="noStrike">
                <a:solidFill>
                  <a:srgbClr val="000000"/>
                </a:solidFill>
                <a:effectLst/>
                <a:uFillTx/>
                <a:latin typeface="Times New Roman"/>
              </a:defRPr>
            </a:lvl1pPr>
          </a:lstStyle>
          <a:p>
            <a:pPr indent="0" algn="l"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12" name="PlaceHolder 4"/>
          <p:cNvSpPr>
            <a:spLocks noGrp="1"/>
          </p:cNvSpPr>
          <p:nvPr>
            <p:ph type="sldNum" idx="6"/>
          </p:nvPr>
        </p:nvSpPr>
        <p:spPr>
          <a:xfrm>
            <a:off x="8751240" y="6450480"/>
            <a:ext cx="329040" cy="27468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D641424F-9362-4E76-80B2-8F4C3AC601A0}" type="slidenum">
              <a:rPr lang="en-US" sz="1800" b="1" u="none" strike="noStrike">
                <a:solidFill>
                  <a:schemeClr val="lt1"/>
                </a:solidFill>
                <a:effectLst/>
                <a:uFillTx/>
                <a:latin typeface="Arial"/>
                <a:ea typeface="Arial"/>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wo Content">
    <p:bg>
      <p:bgPr>
        <a:solidFill>
          <a:srgbClr val="FFFFFF"/>
        </a:solidFill>
        <a:effectLst/>
      </p:bgPr>
    </p:bg>
    <p:spTree>
      <p:nvGrpSpPr>
        <p:cNvPr id="1" name=""/>
        <p:cNvGrpSpPr/>
        <p:nvPr/>
      </p:nvGrpSpPr>
      <p:grpSpPr>
        <a:xfrm>
          <a:off x="0" y="0"/>
          <a:ext cx="0" cy="0"/>
          <a:chOff x="0" y="0"/>
          <a:chExt cx="0" cy="0"/>
        </a:xfrm>
      </p:grpSpPr>
      <p:sp>
        <p:nvSpPr>
          <p:cNvPr id="13" name="Google Shape;10;p11"/>
          <p:cNvSpPr/>
          <p:nvPr/>
        </p:nvSpPr>
        <p:spPr>
          <a:xfrm>
            <a:off x="0" y="0"/>
            <a:ext cx="9143280" cy="6857280"/>
          </a:xfrm>
          <a:prstGeom prst="rect">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IN" sz="1800" b="0" u="none" strike="noStrike">
              <a:solidFill>
                <a:schemeClr val="dk1"/>
              </a:solidFill>
              <a:effectLst/>
              <a:uFillTx/>
              <a:latin typeface="Calibri"/>
            </a:endParaRPr>
          </a:p>
        </p:txBody>
      </p:sp>
      <p:sp>
        <p:nvSpPr>
          <p:cNvPr id="14" name="PlaceHolder 1"/>
          <p:cNvSpPr>
            <a:spLocks noGrp="1"/>
          </p:cNvSpPr>
          <p:nvPr>
            <p:ph type="title"/>
          </p:nvPr>
        </p:nvSpPr>
        <p:spPr>
          <a:xfrm>
            <a:off x="1161720" y="361440"/>
            <a:ext cx="6819840" cy="494280"/>
          </a:xfrm>
          <a:prstGeom prst="rect">
            <a:avLst/>
          </a:prstGeom>
          <a:noFill/>
          <a:ln w="0">
            <a:noFill/>
          </a:ln>
        </p:spPr>
        <p:txBody>
          <a:bodyPr lIns="0" tIns="0" rIns="0" bIns="0" anchor="t">
            <a:spAutoFit/>
          </a:bodyPr>
          <a:lstStyle>
            <a:lvl1pPr indent="0" algn="l" defTabSz="914400">
              <a:lnSpc>
                <a:spcPct val="90000"/>
              </a:lnSpc>
              <a:buNone/>
              <a:tabLst>
                <a:tab pos="0" algn="l"/>
              </a:tabLst>
              <a:defRPr lang="en-IN" sz="3600" b="0" u="none" strike="noStrike">
                <a:solidFill>
                  <a:srgbClr val="000000"/>
                </a:solidFill>
                <a:effectLst/>
                <a:uFillTx/>
                <a:latin typeface="Arial"/>
              </a:defRPr>
            </a:lvl1pPr>
          </a:lstStyle>
          <a:p>
            <a:pPr indent="0" algn="l" defTabSz="914400">
              <a:lnSpc>
                <a:spcPct val="90000"/>
              </a:lnSpc>
              <a:buNone/>
              <a:tabLst>
                <a:tab pos="0" algn="l"/>
              </a:tabLst>
            </a:pPr>
            <a:r>
              <a:rPr lang="en-IN" sz="3600" b="0" u="none" strike="noStrike">
                <a:solidFill>
                  <a:srgbClr val="000000"/>
                </a:solidFill>
                <a:effectLst/>
                <a:uFillTx/>
                <a:latin typeface="Arial"/>
              </a:rPr>
              <a:t>Click to edit the title text format</a:t>
            </a:r>
            <a:endParaRPr lang="en-US" sz="3600" b="0" u="none" strike="noStrike">
              <a:solidFill>
                <a:schemeClr val="dk1"/>
              </a:solidFill>
              <a:effectLst/>
              <a:uFillTx/>
              <a:latin typeface="Arial"/>
            </a:endParaRPr>
          </a:p>
        </p:txBody>
      </p:sp>
      <p:sp>
        <p:nvSpPr>
          <p:cNvPr id="15" name="PlaceHolder 2"/>
          <p:cNvSpPr>
            <a:spLocks noGrp="1"/>
          </p:cNvSpPr>
          <p:nvPr>
            <p:ph type="body"/>
          </p:nvPr>
        </p:nvSpPr>
        <p:spPr>
          <a:xfrm>
            <a:off x="457200" y="1577520"/>
            <a:ext cx="3976920" cy="5697000"/>
          </a:xfrm>
          <a:prstGeom prst="rect">
            <a:avLst/>
          </a:prstGeom>
          <a:noFill/>
          <a:ln w="0">
            <a:noFill/>
          </a:ln>
        </p:spPr>
        <p:txBody>
          <a:bodyPr lIns="0" tIns="0" rIns="0" bIns="0" anchor="t">
            <a:spAutoFit/>
          </a:bodyPr>
          <a:lstStyle>
            <a:lvl1pPr algn="l" defTabSz="914400">
              <a:lnSpc>
                <a:spcPct val="90000"/>
              </a:lnSpc>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US" sz="24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US" sz="24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US" sz="24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US" sz="24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US" sz="24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US" sz="24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US" sz="2400" b="0" u="none" strike="noStrike">
              <a:solidFill>
                <a:schemeClr val="dk1"/>
              </a:solidFill>
              <a:effectLst/>
              <a:uFillTx/>
              <a:latin typeface="Arial"/>
            </a:endParaRPr>
          </a:p>
        </p:txBody>
      </p:sp>
      <p:sp>
        <p:nvSpPr>
          <p:cNvPr id="16" name="PlaceHolder 3"/>
          <p:cNvSpPr>
            <a:spLocks noGrp="1"/>
          </p:cNvSpPr>
          <p:nvPr>
            <p:ph type="body"/>
          </p:nvPr>
        </p:nvSpPr>
        <p:spPr>
          <a:xfrm>
            <a:off x="4709160" y="1577520"/>
            <a:ext cx="3976920" cy="5697000"/>
          </a:xfrm>
          <a:prstGeom prst="rect">
            <a:avLst/>
          </a:prstGeom>
          <a:noFill/>
          <a:ln w="0">
            <a:noFill/>
          </a:ln>
        </p:spPr>
        <p:txBody>
          <a:bodyPr lIns="0" tIns="0" rIns="0" bIns="0" anchor="t">
            <a:spAutoFit/>
          </a:bodyPr>
          <a:lstStyle>
            <a:lvl1pPr algn="l" defTabSz="914400">
              <a:lnSpc>
                <a:spcPct val="90000"/>
              </a:lnSpc>
              <a:spcBef>
                <a:spcPts val="1417"/>
              </a:spcBef>
              <a:buClr>
                <a:srgbClr val="000000"/>
              </a:buClr>
              <a:buSzPct val="45000"/>
              <a:buFont typeface="Wingdings" charset="2"/>
              <a:buChar char=""/>
              <a:defRPr lang="en-IN" sz="2400" b="0" u="none" strike="noStrike">
                <a:solidFill>
                  <a:srgbClr val="000000"/>
                </a:solidFill>
                <a:effectLst/>
                <a:uFillTx/>
                <a:latin typeface="Arial"/>
              </a:defRPr>
            </a:lvl1pPr>
            <a:lvl2pPr lvl="1" algn="l" defTabSz="914400">
              <a:lnSpc>
                <a:spcPct val="90000"/>
              </a:lnSpc>
              <a:spcBef>
                <a:spcPts val="1134"/>
              </a:spcBef>
              <a:buClr>
                <a:srgbClr val="000000"/>
              </a:buClr>
              <a:buSzPct val="75000"/>
              <a:buFont typeface="Symbol" charset="2"/>
              <a:buChar char=""/>
              <a:defRPr lang="en-IN" sz="2400" b="0" u="none" strike="noStrike">
                <a:solidFill>
                  <a:srgbClr val="000000"/>
                </a:solidFill>
                <a:effectLst/>
                <a:uFillTx/>
                <a:latin typeface="Arial"/>
              </a:defRPr>
            </a:lvl2pPr>
            <a:lvl3pPr lvl="2" algn="l" defTabSz="914400">
              <a:lnSpc>
                <a:spcPct val="90000"/>
              </a:lnSpc>
              <a:spcBef>
                <a:spcPts val="850"/>
              </a:spcBef>
              <a:buClr>
                <a:srgbClr val="000000"/>
              </a:buClr>
              <a:buSzPct val="45000"/>
              <a:buFont typeface="Wingdings" charset="2"/>
              <a:buChar char=""/>
              <a:defRPr lang="en-IN" sz="2400" b="0" u="none" strike="noStrike">
                <a:solidFill>
                  <a:srgbClr val="000000"/>
                </a:solidFill>
                <a:effectLst/>
                <a:uFillTx/>
                <a:latin typeface="Arial"/>
              </a:defRPr>
            </a:lvl3pPr>
            <a:lvl4pPr lvl="3" algn="l" defTabSz="914400">
              <a:lnSpc>
                <a:spcPct val="90000"/>
              </a:lnSpc>
              <a:spcBef>
                <a:spcPts val="567"/>
              </a:spcBef>
              <a:buClr>
                <a:srgbClr val="000000"/>
              </a:buClr>
              <a:buSzPct val="75000"/>
              <a:buFont typeface="Symbol" charset="2"/>
              <a:buChar char=""/>
              <a:defRPr lang="en-IN" sz="2400" b="0" u="none" strike="noStrike">
                <a:solidFill>
                  <a:srgbClr val="000000"/>
                </a:solidFill>
                <a:effectLst/>
                <a:uFillTx/>
                <a:latin typeface="Arial"/>
              </a:defRPr>
            </a:lvl4pPr>
            <a:lvl5pPr lvl="4" algn="l" defTabSz="914400">
              <a:lnSpc>
                <a:spcPct val="9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5pPr>
            <a:lvl6pPr lvl="5" algn="l" defTabSz="914400">
              <a:lnSpc>
                <a:spcPct val="9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6pPr>
            <a:lvl7pPr lvl="6" algn="l" defTabSz="914400">
              <a:lnSpc>
                <a:spcPct val="90000"/>
              </a:lnSpc>
              <a:spcBef>
                <a:spcPts val="283"/>
              </a:spcBef>
              <a:buClr>
                <a:srgbClr val="000000"/>
              </a:buClr>
              <a:buSzPct val="45000"/>
              <a:buFont typeface="Wingdings" charset="2"/>
              <a:buChar char=""/>
              <a:defRPr lang="en-IN" sz="2400" b="0" u="none" strike="noStrike">
                <a:solidFill>
                  <a:srgbClr val="000000"/>
                </a:solidFill>
                <a:effectLst/>
                <a:uFillTx/>
                <a:latin typeface="Arial"/>
              </a:defRPr>
            </a:lvl7pPr>
          </a:lstStyle>
          <a:p>
            <a:pPr marL="432000" indent="-324000" algn="l" defTabSz="914400">
              <a:lnSpc>
                <a:spcPct val="90000"/>
              </a:lnSpc>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US" sz="2400" b="0" u="none" strike="noStrike">
              <a:solidFill>
                <a:schemeClr val="dk1"/>
              </a:solidFill>
              <a:effectLst/>
              <a:uFillTx/>
              <a:latin typeface="Arial"/>
            </a:endParaRPr>
          </a:p>
          <a:p>
            <a:pPr marL="864000" lvl="1" indent="-324000" algn="l" defTabSz="914400">
              <a:lnSpc>
                <a:spcPct val="90000"/>
              </a:lnSpc>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US" sz="2400" b="0" u="none" strike="noStrike">
              <a:solidFill>
                <a:schemeClr val="dk1"/>
              </a:solidFill>
              <a:effectLst/>
              <a:uFillTx/>
              <a:latin typeface="Arial"/>
            </a:endParaRPr>
          </a:p>
          <a:p>
            <a:pPr marL="1296000" lvl="2" indent="-288000" algn="l" defTabSz="914400">
              <a:lnSpc>
                <a:spcPct val="90000"/>
              </a:lnSpc>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US" sz="2400" b="0" u="none" strike="noStrike">
              <a:solidFill>
                <a:schemeClr val="dk1"/>
              </a:solidFill>
              <a:effectLst/>
              <a:uFillTx/>
              <a:latin typeface="Arial"/>
            </a:endParaRPr>
          </a:p>
          <a:p>
            <a:pPr marL="1728000" lvl="3" indent="-216000" algn="l" defTabSz="914400">
              <a:lnSpc>
                <a:spcPct val="90000"/>
              </a:lnSpc>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US" sz="2400" b="0" u="none" strike="noStrike">
              <a:solidFill>
                <a:schemeClr val="dk1"/>
              </a:solidFill>
              <a:effectLst/>
              <a:uFillTx/>
              <a:latin typeface="Arial"/>
            </a:endParaRPr>
          </a:p>
          <a:p>
            <a:pPr marL="2160000" lvl="4" indent="-216000" algn="l" defTabSz="914400">
              <a:lnSpc>
                <a:spcPct val="9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US" sz="2400" b="0" u="none" strike="noStrike">
              <a:solidFill>
                <a:schemeClr val="dk1"/>
              </a:solidFill>
              <a:effectLst/>
              <a:uFillTx/>
              <a:latin typeface="Arial"/>
            </a:endParaRPr>
          </a:p>
          <a:p>
            <a:pPr marL="2592000" lvl="5" indent="-216000" algn="l" defTabSz="914400">
              <a:lnSpc>
                <a:spcPct val="9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US" sz="2400" b="0" u="none" strike="noStrike">
              <a:solidFill>
                <a:schemeClr val="dk1"/>
              </a:solidFill>
              <a:effectLst/>
              <a:uFillTx/>
              <a:latin typeface="Arial"/>
            </a:endParaRPr>
          </a:p>
          <a:p>
            <a:pPr marL="3024000" lvl="6" indent="-216000" algn="l" defTabSz="914400">
              <a:lnSpc>
                <a:spcPct val="9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US" sz="2400" b="0" u="none" strike="noStrike">
              <a:solidFill>
                <a:schemeClr val="dk1"/>
              </a:solidFill>
              <a:effectLst/>
              <a:uFillTx/>
              <a:latin typeface="Arial"/>
            </a:endParaRPr>
          </a:p>
        </p:txBody>
      </p:sp>
      <p:sp>
        <p:nvSpPr>
          <p:cNvPr id="17" name="PlaceHolder 4"/>
          <p:cNvSpPr>
            <a:spLocks noGrp="1"/>
          </p:cNvSpPr>
          <p:nvPr>
            <p:ph type="ftr" idx="7"/>
          </p:nvPr>
        </p:nvSpPr>
        <p:spPr>
          <a:xfrm>
            <a:off x="231120" y="6448320"/>
            <a:ext cx="537120" cy="213840"/>
          </a:xfrm>
          <a:prstGeom prst="rect">
            <a:avLst/>
          </a:prstGeom>
          <a:noFill/>
          <a:ln w="0">
            <a:noFill/>
          </a:ln>
        </p:spPr>
        <p:txBody>
          <a:bodyPr lIns="0" tIns="0" rIns="0" bIns="0" anchor="t">
            <a:sp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18" name="PlaceHolder 5"/>
          <p:cNvSpPr>
            <a:spLocks noGrp="1"/>
          </p:cNvSpPr>
          <p:nvPr>
            <p:ph type="dt" idx="8"/>
          </p:nvPr>
        </p:nvSpPr>
        <p:spPr>
          <a:xfrm>
            <a:off x="1234080" y="6448320"/>
            <a:ext cx="2869560" cy="213840"/>
          </a:xfrm>
          <a:prstGeom prst="rect">
            <a:avLst/>
          </a:prstGeom>
          <a:noFill/>
          <a:ln w="0">
            <a:noFill/>
          </a:ln>
        </p:spPr>
        <p:txBody>
          <a:bodyPr lIns="0" tIns="0" rIns="0" bIns="0" anchor="t">
            <a:spAutoFit/>
          </a:bodyPr>
          <a:lstStyle>
            <a:lvl1pPr indent="0" algn="l" defTabSz="914400">
              <a:lnSpc>
                <a:spcPct val="100000"/>
              </a:lnSpc>
              <a:buNone/>
              <a:tabLst>
                <a:tab pos="0" algn="l"/>
              </a:tabLst>
              <a:defRPr lang="en-IN" sz="1400" b="0" u="none" strike="noStrike">
                <a:solidFill>
                  <a:srgbClr val="000000"/>
                </a:solidFill>
                <a:effectLst/>
                <a:uFillTx/>
                <a:latin typeface="Times New Roman"/>
              </a:defRPr>
            </a:lvl1pPr>
          </a:lstStyle>
          <a:p>
            <a:pPr indent="0" algn="l"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19" name="PlaceHolder 6"/>
          <p:cNvSpPr>
            <a:spLocks noGrp="1"/>
          </p:cNvSpPr>
          <p:nvPr>
            <p:ph type="sldNum" idx="9"/>
          </p:nvPr>
        </p:nvSpPr>
        <p:spPr>
          <a:xfrm>
            <a:off x="8751240" y="6450480"/>
            <a:ext cx="329040" cy="27468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7D0039FB-0246-41C6-8E28-85E2275DBFC8}" type="slidenum">
              <a:rPr lang="en-US" sz="1800" b="1" u="none" strike="noStrike">
                <a:solidFill>
                  <a:schemeClr val="lt1"/>
                </a:solidFill>
                <a:effectLst/>
                <a:uFillTx/>
                <a:latin typeface="Arial"/>
                <a:ea typeface="Arial"/>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Only">
    <p:bg>
      <p:bgPr>
        <a:solidFill>
          <a:srgbClr val="FFFFFF"/>
        </a:solidFill>
        <a:effectLst/>
      </p:bgPr>
    </p:bg>
    <p:spTree>
      <p:nvGrpSpPr>
        <p:cNvPr id="1" name=""/>
        <p:cNvGrpSpPr/>
        <p:nvPr/>
      </p:nvGrpSpPr>
      <p:grpSpPr>
        <a:xfrm>
          <a:off x="0" y="0"/>
          <a:ext cx="0" cy="0"/>
          <a:chOff x="0" y="0"/>
          <a:chExt cx="0" cy="0"/>
        </a:xfrm>
      </p:grpSpPr>
      <p:sp>
        <p:nvSpPr>
          <p:cNvPr id="20" name="Google Shape;10;p11"/>
          <p:cNvSpPr/>
          <p:nvPr/>
        </p:nvSpPr>
        <p:spPr>
          <a:xfrm>
            <a:off x="0" y="0"/>
            <a:ext cx="9143280" cy="6857280"/>
          </a:xfrm>
          <a:prstGeom prst="rect">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IN" sz="1800" b="0" u="none" strike="noStrike">
              <a:solidFill>
                <a:schemeClr val="dk1"/>
              </a:solidFill>
              <a:effectLst/>
              <a:uFillTx/>
              <a:latin typeface="Calibri"/>
            </a:endParaRPr>
          </a:p>
        </p:txBody>
      </p:sp>
      <p:sp>
        <p:nvSpPr>
          <p:cNvPr id="21" name="PlaceHolder 1"/>
          <p:cNvSpPr>
            <a:spLocks noGrp="1"/>
          </p:cNvSpPr>
          <p:nvPr>
            <p:ph type="title"/>
          </p:nvPr>
        </p:nvSpPr>
        <p:spPr>
          <a:xfrm>
            <a:off x="1161720" y="361440"/>
            <a:ext cx="6819840" cy="494280"/>
          </a:xfrm>
          <a:prstGeom prst="rect">
            <a:avLst/>
          </a:prstGeom>
          <a:noFill/>
          <a:ln w="0">
            <a:noFill/>
          </a:ln>
        </p:spPr>
        <p:txBody>
          <a:bodyPr lIns="0" tIns="0" rIns="0" bIns="0" anchor="t">
            <a:spAutoFit/>
          </a:bodyPr>
          <a:lstStyle>
            <a:lvl1pPr indent="0" algn="l" defTabSz="914400">
              <a:lnSpc>
                <a:spcPct val="90000"/>
              </a:lnSpc>
              <a:buNone/>
              <a:tabLst>
                <a:tab pos="0" algn="l"/>
              </a:tabLst>
              <a:defRPr lang="en-IN" sz="3600" b="0" u="none" strike="noStrike">
                <a:solidFill>
                  <a:srgbClr val="000000"/>
                </a:solidFill>
                <a:effectLst/>
                <a:uFillTx/>
                <a:latin typeface="Arial"/>
              </a:defRPr>
            </a:lvl1pPr>
          </a:lstStyle>
          <a:p>
            <a:pPr indent="0" algn="l" defTabSz="914400">
              <a:lnSpc>
                <a:spcPct val="90000"/>
              </a:lnSpc>
              <a:buNone/>
              <a:tabLst>
                <a:tab pos="0" algn="l"/>
              </a:tabLst>
            </a:pPr>
            <a:r>
              <a:rPr lang="en-IN" sz="3600" b="0" u="none" strike="noStrike">
                <a:solidFill>
                  <a:srgbClr val="000000"/>
                </a:solidFill>
                <a:effectLst/>
                <a:uFillTx/>
                <a:latin typeface="Arial"/>
              </a:rPr>
              <a:t>Click to edit the title text format</a:t>
            </a:r>
            <a:endParaRPr lang="en-US" sz="3600" b="0" u="none" strike="noStrike">
              <a:solidFill>
                <a:schemeClr val="dk1"/>
              </a:solidFill>
              <a:effectLst/>
              <a:uFillTx/>
              <a:latin typeface="Arial"/>
            </a:endParaRPr>
          </a:p>
        </p:txBody>
      </p:sp>
      <p:sp>
        <p:nvSpPr>
          <p:cNvPr id="22" name="PlaceHolder 2"/>
          <p:cNvSpPr>
            <a:spLocks noGrp="1"/>
          </p:cNvSpPr>
          <p:nvPr>
            <p:ph type="ftr" idx="10"/>
          </p:nvPr>
        </p:nvSpPr>
        <p:spPr>
          <a:xfrm>
            <a:off x="231120" y="6448320"/>
            <a:ext cx="537120" cy="213840"/>
          </a:xfrm>
          <a:prstGeom prst="rect">
            <a:avLst/>
          </a:prstGeom>
          <a:noFill/>
          <a:ln w="0">
            <a:noFill/>
          </a:ln>
        </p:spPr>
        <p:txBody>
          <a:bodyPr lIns="0" tIns="0" rIns="0" bIns="0" anchor="t">
            <a:sp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23" name="PlaceHolder 3"/>
          <p:cNvSpPr>
            <a:spLocks noGrp="1"/>
          </p:cNvSpPr>
          <p:nvPr>
            <p:ph type="dt" idx="11"/>
          </p:nvPr>
        </p:nvSpPr>
        <p:spPr>
          <a:xfrm>
            <a:off x="1234080" y="6448320"/>
            <a:ext cx="2869560" cy="213840"/>
          </a:xfrm>
          <a:prstGeom prst="rect">
            <a:avLst/>
          </a:prstGeom>
          <a:noFill/>
          <a:ln w="0">
            <a:noFill/>
          </a:ln>
        </p:spPr>
        <p:txBody>
          <a:bodyPr lIns="0" tIns="0" rIns="0" bIns="0" anchor="t">
            <a:spAutoFit/>
          </a:bodyPr>
          <a:lstStyle>
            <a:lvl1pPr indent="0" algn="l" defTabSz="914400">
              <a:lnSpc>
                <a:spcPct val="100000"/>
              </a:lnSpc>
              <a:buNone/>
              <a:tabLst>
                <a:tab pos="0" algn="l"/>
              </a:tabLst>
              <a:defRPr lang="en-IN" sz="1400" b="0" u="none" strike="noStrike">
                <a:solidFill>
                  <a:srgbClr val="000000"/>
                </a:solidFill>
                <a:effectLst/>
                <a:uFillTx/>
                <a:latin typeface="Times New Roman"/>
              </a:defRPr>
            </a:lvl1pPr>
          </a:lstStyle>
          <a:p>
            <a:pPr indent="0" algn="l"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24" name="PlaceHolder 4"/>
          <p:cNvSpPr>
            <a:spLocks noGrp="1"/>
          </p:cNvSpPr>
          <p:nvPr>
            <p:ph type="sldNum" idx="12"/>
          </p:nvPr>
        </p:nvSpPr>
        <p:spPr>
          <a:xfrm>
            <a:off x="8751240" y="6450480"/>
            <a:ext cx="329040" cy="27468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0F571F2E-FBE9-4FC9-8D56-089F2089F812}" type="slidenum">
              <a:rPr lang="en-US" sz="1800" b="1" u="none" strike="noStrike">
                <a:solidFill>
                  <a:schemeClr val="lt1"/>
                </a:solidFill>
                <a:effectLst/>
                <a:uFillTx/>
                <a:latin typeface="Arial"/>
                <a:ea typeface="Arial"/>
              </a:rPr>
              <a:t>‹#›</a:t>
            </a:fld>
            <a:endParaRPr lang="en-IN" sz="18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5" name="Google Shape;10;p11"/>
          <p:cNvSpPr/>
          <p:nvPr/>
        </p:nvSpPr>
        <p:spPr>
          <a:xfrm>
            <a:off x="0" y="0"/>
            <a:ext cx="9143280" cy="6857280"/>
          </a:xfrm>
          <a:prstGeom prst="rect">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IN" sz="1800" b="0" u="none" strike="noStrike">
              <a:solidFill>
                <a:schemeClr val="dk1"/>
              </a:solidFill>
              <a:effectLst/>
              <a:uFillTx/>
              <a:latin typeface="Calibri"/>
            </a:endParaRPr>
          </a:p>
        </p:txBody>
      </p:sp>
      <p:sp>
        <p:nvSpPr>
          <p:cNvPr id="26" name="PlaceHolder 1"/>
          <p:cNvSpPr>
            <a:spLocks noGrp="1"/>
          </p:cNvSpPr>
          <p:nvPr>
            <p:ph type="ftr" idx="13"/>
          </p:nvPr>
        </p:nvSpPr>
        <p:spPr>
          <a:xfrm>
            <a:off x="231120" y="6448320"/>
            <a:ext cx="537120" cy="213840"/>
          </a:xfrm>
          <a:prstGeom prst="rect">
            <a:avLst/>
          </a:prstGeom>
          <a:noFill/>
          <a:ln w="0">
            <a:noFill/>
          </a:ln>
        </p:spPr>
        <p:txBody>
          <a:bodyPr lIns="0" tIns="0" rIns="0" bIns="0" anchor="t">
            <a:spAutoFit/>
          </a:bodyPr>
          <a:lstStyle>
            <a:lvl1pPr indent="0" algn="ctr" defTabSz="914400">
              <a:lnSpc>
                <a:spcPct val="100000"/>
              </a:lnSpc>
              <a:buNone/>
              <a:tabLst>
                <a:tab pos="0" algn="l"/>
              </a:tabLst>
              <a:defRPr lang="en-IN"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27" name="PlaceHolder 2"/>
          <p:cNvSpPr>
            <a:spLocks noGrp="1"/>
          </p:cNvSpPr>
          <p:nvPr>
            <p:ph type="dt" idx="14"/>
          </p:nvPr>
        </p:nvSpPr>
        <p:spPr>
          <a:xfrm>
            <a:off x="1234080" y="6448320"/>
            <a:ext cx="2869560" cy="213840"/>
          </a:xfrm>
          <a:prstGeom prst="rect">
            <a:avLst/>
          </a:prstGeom>
          <a:noFill/>
          <a:ln w="0">
            <a:noFill/>
          </a:ln>
        </p:spPr>
        <p:txBody>
          <a:bodyPr lIns="0" tIns="0" rIns="0" bIns="0" anchor="t">
            <a:spAutoFit/>
          </a:bodyPr>
          <a:lstStyle>
            <a:lvl1pPr indent="0" algn="l" defTabSz="914400">
              <a:lnSpc>
                <a:spcPct val="100000"/>
              </a:lnSpc>
              <a:buNone/>
              <a:tabLst>
                <a:tab pos="0" algn="l"/>
              </a:tabLst>
              <a:defRPr lang="en-IN" sz="1400" b="0" u="none" strike="noStrike">
                <a:solidFill>
                  <a:srgbClr val="000000"/>
                </a:solidFill>
                <a:effectLst/>
                <a:uFillTx/>
                <a:latin typeface="Times New Roman"/>
              </a:defRPr>
            </a:lvl1pPr>
          </a:lstStyle>
          <a:p>
            <a:pPr indent="0" algn="l" defTabSz="914400">
              <a:lnSpc>
                <a:spcPct val="100000"/>
              </a:lnSpc>
              <a:buNone/>
              <a:tabLst>
                <a:tab pos="0" algn="l"/>
              </a:tabLst>
            </a:pPr>
            <a:r>
              <a:rPr lang="en-IN" sz="1400" b="0" u="none" strike="noStrike">
                <a:solidFill>
                  <a:srgbClr val="000000"/>
                </a:solidFill>
                <a:effectLst/>
                <a:uFillTx/>
                <a:latin typeface="Times New Roman"/>
              </a:rPr>
              <a:t> </a:t>
            </a:r>
          </a:p>
        </p:txBody>
      </p:sp>
      <p:sp>
        <p:nvSpPr>
          <p:cNvPr id="28" name="PlaceHolder 3"/>
          <p:cNvSpPr>
            <a:spLocks noGrp="1"/>
          </p:cNvSpPr>
          <p:nvPr>
            <p:ph type="sldNum" idx="15"/>
          </p:nvPr>
        </p:nvSpPr>
        <p:spPr>
          <a:xfrm>
            <a:off x="8751240" y="6450480"/>
            <a:ext cx="329040" cy="27468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06E74EF8-D3D9-4F19-9C9E-55CC093D8EF6}" type="slidenum">
              <a:rPr lang="en-US" sz="1800" b="1" u="none" strike="noStrike">
                <a:solidFill>
                  <a:schemeClr val="lt1"/>
                </a:solidFill>
                <a:effectLst/>
                <a:uFillTx/>
                <a:latin typeface="Arial"/>
                <a:ea typeface="Arial"/>
              </a:rPr>
              <a:t>‹#›</a:t>
            </a:fld>
            <a:endParaRPr lang="en-IN" sz="18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2"/>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36" name="TextBox 33"/>
          <p:cNvSpPr/>
          <p:nvPr/>
        </p:nvSpPr>
        <p:spPr>
          <a:xfrm rot="16192800">
            <a:off x="-1314000" y="1318320"/>
            <a:ext cx="3598920" cy="60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
        <p:nvSpPr>
          <p:cNvPr id="37" name="Google Shape;48;p1"/>
          <p:cNvSpPr/>
          <p:nvPr/>
        </p:nvSpPr>
        <p:spPr>
          <a:xfrm>
            <a:off x="947880" y="3978490"/>
            <a:ext cx="3560760" cy="132539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defTabSz="914400">
              <a:lnSpc>
                <a:spcPct val="115000"/>
              </a:lnSpc>
              <a:spcBef>
                <a:spcPts val="99"/>
              </a:spcBef>
              <a:tabLst>
                <a:tab pos="0" algn="l"/>
              </a:tabLst>
            </a:pPr>
            <a:r>
              <a:rPr lang="en-US" sz="18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Guided By : </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12600" defTabSz="914400">
              <a:lnSpc>
                <a:spcPct val="115000"/>
              </a:lnSpc>
              <a:spcBef>
                <a:spcPts val="99"/>
              </a:spcBef>
              <a:tabLst>
                <a:tab pos="0" algn="l"/>
              </a:tabLst>
            </a:pPr>
            <a:r>
              <a:rPr lang="en-US" sz="18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Ms. </a:t>
            </a:r>
            <a:r>
              <a:rPr lang="en-US" dirty="0" smtClean="0">
                <a:solidFill>
                  <a:schemeClr val="dk1"/>
                </a:solidFill>
                <a:latin typeface="Times New Roman" panose="02020603050405020304" pitchFamily="18" charset="0"/>
                <a:ea typeface="Times New Roman"/>
                <a:cs typeface="Times New Roman" panose="02020603050405020304" pitchFamily="18" charset="0"/>
              </a:rPr>
              <a:t>Farbeena</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12600" defTabSz="914400">
              <a:lnSpc>
                <a:spcPct val="115000"/>
              </a:lnSpc>
              <a:spcBef>
                <a:spcPts val="99"/>
              </a:spcBef>
              <a:tabLst>
                <a:tab pos="0" algn="l"/>
              </a:tabLst>
            </a:pPr>
            <a:r>
              <a:rPr lang="en-US" sz="18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Assistant Professor, </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12600" defTabSz="914400">
              <a:lnSpc>
                <a:spcPct val="115000"/>
              </a:lnSpc>
              <a:spcBef>
                <a:spcPts val="99"/>
              </a:spcBef>
              <a:tabLst>
                <a:tab pos="0" algn="l"/>
              </a:tabLst>
            </a:pPr>
            <a:r>
              <a:rPr lang="en-US" sz="18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Dept. of CSE</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38" name="PlaceHolder 1"/>
          <p:cNvSpPr>
            <a:spLocks noGrp="1"/>
          </p:cNvSpPr>
          <p:nvPr>
            <p:ph type="ftr" idx="19"/>
          </p:nvPr>
        </p:nvSpPr>
        <p:spPr>
          <a:xfrm>
            <a:off x="231120" y="6448320"/>
            <a:ext cx="2501280" cy="248658"/>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dirty="0" smtClean="0">
                <a:solidFill>
                  <a:srgbClr val="404040"/>
                </a:solidFill>
                <a:effectLst/>
                <a:uFillTx/>
                <a:latin typeface="Times New Roman"/>
                <a:ea typeface="Times New Roman"/>
              </a:rPr>
              <a:t>S7 </a:t>
            </a:r>
            <a:r>
              <a:rPr lang="en-US" sz="1600" b="0" u="none" strike="noStrike" dirty="0" err="1">
                <a:solidFill>
                  <a:srgbClr val="404040"/>
                </a:solidFill>
                <a:effectLst/>
                <a:uFillTx/>
                <a:latin typeface="Times New Roman"/>
                <a:ea typeface="Times New Roman"/>
              </a:rPr>
              <a:t>B.Tech</a:t>
            </a:r>
            <a:r>
              <a:rPr lang="en-US" sz="1600" b="0" u="none" strike="noStrike" dirty="0">
                <a:solidFill>
                  <a:srgbClr val="404040"/>
                </a:solidFill>
                <a:effectLst/>
                <a:uFillTx/>
                <a:latin typeface="Times New Roman"/>
                <a:ea typeface="Times New Roman"/>
              </a:rPr>
              <a:t>, 2023 Batch</a:t>
            </a:r>
            <a:endParaRPr lang="en-IN" sz="1600" b="0" u="none" strike="noStrike" dirty="0">
              <a:solidFill>
                <a:srgbClr val="000000"/>
              </a:solidFill>
              <a:effectLst/>
              <a:uFillTx/>
              <a:latin typeface="Times New Roman"/>
            </a:endParaRPr>
          </a:p>
        </p:txBody>
      </p:sp>
      <p:sp>
        <p:nvSpPr>
          <p:cNvPr id="39" name="Google Shape;50;p1"/>
          <p:cNvSpPr/>
          <p:nvPr/>
        </p:nvSpPr>
        <p:spPr>
          <a:xfrm>
            <a:off x="6642720" y="6448320"/>
            <a:ext cx="1921680" cy="23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defTabSz="914400">
              <a:lnSpc>
                <a:spcPct val="101000"/>
              </a:lnSpc>
              <a:tabLst>
                <a:tab pos="0" algn="l"/>
              </a:tabLst>
            </a:pPr>
            <a:r>
              <a:rPr lang="en-US" sz="1600" b="0" u="none" strike="noStrike" dirty="0" smtClean="0">
                <a:solidFill>
                  <a:schemeClr val="dk1"/>
                </a:solidFill>
                <a:effectLst/>
                <a:uFillTx/>
                <a:latin typeface="Times New Roman"/>
                <a:ea typeface="Times New Roman"/>
              </a:rPr>
              <a:t> </a:t>
            </a:r>
            <a:r>
              <a:rPr lang="en-US" sz="1600" b="0" u="none" strike="noStrike" dirty="0">
                <a:solidFill>
                  <a:schemeClr val="dk1"/>
                </a:solidFill>
                <a:effectLst/>
                <a:uFillTx/>
                <a:latin typeface="Times New Roman"/>
                <a:ea typeface="Times New Roman"/>
              </a:rPr>
              <a:t>Project </a:t>
            </a:r>
            <a:r>
              <a:rPr lang="en-US" sz="1600" dirty="0" smtClean="0">
                <a:solidFill>
                  <a:schemeClr val="dk1"/>
                </a:solidFill>
                <a:latin typeface="Times New Roman"/>
                <a:ea typeface="Times New Roman"/>
              </a:rPr>
              <a:t>Phase1</a:t>
            </a:r>
            <a:endParaRPr lang="en-IN" sz="1600" b="0" u="none" strike="noStrike" dirty="0">
              <a:solidFill>
                <a:srgbClr val="000000"/>
              </a:solidFill>
              <a:effectLst/>
              <a:uFillTx/>
              <a:latin typeface="Arial"/>
            </a:endParaRPr>
          </a:p>
        </p:txBody>
      </p:sp>
      <p:sp>
        <p:nvSpPr>
          <p:cNvPr id="40" name="Google Shape;51;p1"/>
          <p:cNvSpPr/>
          <p:nvPr/>
        </p:nvSpPr>
        <p:spPr>
          <a:xfrm>
            <a:off x="4916880" y="3992400"/>
            <a:ext cx="4226760" cy="132539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12600" defTabSz="914400">
              <a:lnSpc>
                <a:spcPct val="115000"/>
              </a:lnSpc>
              <a:tabLst>
                <a:tab pos="0" algn="l"/>
              </a:tabLst>
            </a:pPr>
            <a:r>
              <a:rPr lang="en-US" sz="18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Presented By : </a:t>
            </a:r>
            <a:r>
              <a:rPr lang="en-US" sz="18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800" b="1"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Group No: </a:t>
            </a:r>
            <a:r>
              <a:rPr lang="en-US" sz="1800" b="1" u="none" strike="noStrike" dirty="0" smtClean="0">
                <a:solidFill>
                  <a:schemeClr val="dk1"/>
                </a:solidFill>
                <a:effectLst/>
                <a:uFillTx/>
                <a:latin typeface="Times New Roman" panose="02020603050405020304" pitchFamily="18" charset="0"/>
                <a:ea typeface="Times New Roman"/>
                <a:cs typeface="Times New Roman" panose="02020603050405020304" pitchFamily="18" charset="0"/>
              </a:rPr>
              <a:t>6</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12600" defTabSz="914400">
              <a:lnSpc>
                <a:spcPct val="115000"/>
              </a:lnSpc>
              <a:spcBef>
                <a:spcPts val="99"/>
              </a:spcBef>
              <a:tabLst>
                <a:tab pos="0" algn="l"/>
              </a:tabLst>
            </a:pPr>
            <a:r>
              <a:rPr lang="en-US" dirty="0" smtClean="0">
                <a:solidFill>
                  <a:schemeClr val="dk1"/>
                </a:solidFill>
                <a:latin typeface="Times New Roman" panose="02020603050405020304" pitchFamily="18" charset="0"/>
                <a:ea typeface="Times New Roman"/>
                <a:cs typeface="Times New Roman" panose="02020603050405020304" pitchFamily="18" charset="0"/>
              </a:rPr>
              <a:t>ABHISHEK KB</a:t>
            </a:r>
            <a:r>
              <a:rPr lang="en-US" sz="1800" b="0" u="none" strike="noStrike" dirty="0" smtClean="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8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800" b="0" u="none" strike="noStrike" dirty="0" smtClean="0">
                <a:solidFill>
                  <a:schemeClr val="dk1"/>
                </a:solidFill>
                <a:effectLst/>
                <a:uFillTx/>
                <a:latin typeface="Times New Roman" panose="02020603050405020304" pitchFamily="18" charset="0"/>
                <a:ea typeface="Times New Roman"/>
                <a:cs typeface="Times New Roman" panose="02020603050405020304" pitchFamily="18" charset="0"/>
              </a:rPr>
              <a:t>LJCE23CC034</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12600" defTabSz="914400">
              <a:lnSpc>
                <a:spcPct val="115000"/>
              </a:lnSpc>
              <a:spcBef>
                <a:spcPts val="99"/>
              </a:spcBef>
              <a:tabLst>
                <a:tab pos="0" algn="l"/>
              </a:tabLst>
            </a:pPr>
            <a:r>
              <a:rPr lang="en-US" dirty="0" smtClean="0">
                <a:solidFill>
                  <a:schemeClr val="dk1"/>
                </a:solidFill>
                <a:latin typeface="Times New Roman" panose="02020603050405020304" pitchFamily="18" charset="0"/>
                <a:ea typeface="Times New Roman"/>
                <a:cs typeface="Times New Roman" panose="02020603050405020304" pitchFamily="18" charset="0"/>
              </a:rPr>
              <a:t>AKSHAY N                     </a:t>
            </a:r>
            <a:r>
              <a:rPr lang="en-US" sz="1800" b="0" u="none" strike="noStrike" dirty="0" smtClean="0">
                <a:solidFill>
                  <a:schemeClr val="dk1"/>
                </a:solidFill>
                <a:effectLst/>
                <a:uFillTx/>
                <a:latin typeface="Times New Roman" panose="02020603050405020304" pitchFamily="18" charset="0"/>
                <a:ea typeface="Times New Roman"/>
                <a:cs typeface="Times New Roman" panose="02020603050405020304" pitchFamily="18" charset="0"/>
              </a:rPr>
              <a:t>- JCE23CC008</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12600" defTabSz="914400">
              <a:lnSpc>
                <a:spcPct val="115000"/>
              </a:lnSpc>
              <a:spcBef>
                <a:spcPts val="99"/>
              </a:spcBef>
              <a:tabLst>
                <a:tab pos="0" algn="l"/>
              </a:tabLst>
            </a:pPr>
            <a:r>
              <a:rPr lang="en-US" dirty="0" smtClean="0">
                <a:solidFill>
                  <a:schemeClr val="dk1"/>
                </a:solidFill>
                <a:latin typeface="Times New Roman" panose="02020603050405020304" pitchFamily="18" charset="0"/>
                <a:ea typeface="Times New Roman"/>
                <a:cs typeface="Times New Roman" panose="02020603050405020304" pitchFamily="18" charset="0"/>
              </a:rPr>
              <a:t>SHANID ALI</a:t>
            </a:r>
            <a:r>
              <a:rPr lang="en-US" sz="1800" b="0" u="none" strike="noStrike" dirty="0">
                <a:solidFill>
                  <a:schemeClr val="dk1"/>
                </a:solidFill>
                <a:effectLst/>
                <a:uFillTx/>
                <a:latin typeface="Times New Roman" panose="02020603050405020304" pitchFamily="18" charset="0"/>
                <a:ea typeface="Times New Roman"/>
                <a:cs typeface="Times New Roman" panose="02020603050405020304" pitchFamily="18" charset="0"/>
              </a:rPr>
              <a:t>	     </a:t>
            </a:r>
            <a:r>
              <a:rPr lang="en-US" sz="1800" b="0" u="none" strike="noStrike" dirty="0" smtClean="0">
                <a:solidFill>
                  <a:schemeClr val="dk1"/>
                </a:solidFill>
                <a:effectLst/>
                <a:uFillTx/>
                <a:latin typeface="Times New Roman" panose="02020603050405020304" pitchFamily="18" charset="0"/>
                <a:ea typeface="Times New Roman"/>
                <a:cs typeface="Times New Roman" panose="02020603050405020304" pitchFamily="18" charset="0"/>
              </a:rPr>
              <a:t>    - JCE23CC027</a:t>
            </a:r>
            <a:endParaRPr lang="en-IN" sz="1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41" name="PlaceHolder 2"/>
          <p:cNvSpPr>
            <a:spLocks noGrp="1"/>
          </p:cNvSpPr>
          <p:nvPr>
            <p:ph type="title"/>
          </p:nvPr>
        </p:nvSpPr>
        <p:spPr>
          <a:xfrm>
            <a:off x="407520" y="1685880"/>
            <a:ext cx="8328240" cy="1009919"/>
          </a:xfrm>
          <a:prstGeom prst="rect">
            <a:avLst/>
          </a:prstGeom>
          <a:noFill/>
          <a:ln w="0">
            <a:noFill/>
          </a:ln>
        </p:spPr>
        <p:txBody>
          <a:bodyPr lIns="0" tIns="12600" rIns="0" bIns="0" anchor="t">
            <a:spAutoFit/>
          </a:bodyPr>
          <a:lstStyle/>
          <a:p>
            <a:pPr algn="ctr"/>
            <a:r>
              <a:rPr lang="en-US" b="1" dirty="0">
                <a:latin typeface="Times New Roman" panose="02020603050405020304" pitchFamily="18" charset="0"/>
                <a:cs typeface="Times New Roman" panose="02020603050405020304" pitchFamily="18" charset="0"/>
              </a:rPr>
              <a:t>Bluetooth Mesh Chat Application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2" name="PlaceHolder 3"/>
          <p:cNvSpPr>
            <a:spLocks noGrp="1"/>
          </p:cNvSpPr>
          <p:nvPr>
            <p:ph type="sldNum" idx="20"/>
          </p:nvPr>
        </p:nvSpPr>
        <p:spPr>
          <a:xfrm>
            <a:off x="8812800" y="6450480"/>
            <a:ext cx="26712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Times New Roman"/>
                <a:ea typeface="Times New Roman"/>
              </a:defRPr>
            </a:lvl1pPr>
          </a:lstStyle>
          <a:p>
            <a:pPr marL="38160" indent="0" algn="l" defTabSz="914400">
              <a:lnSpc>
                <a:spcPct val="116000"/>
              </a:lnSpc>
              <a:buNone/>
              <a:tabLst>
                <a:tab pos="0" algn="l"/>
              </a:tabLst>
            </a:pPr>
            <a:r>
              <a:rPr lang="en-US" sz="1800" b="1" u="none" strike="noStrike">
                <a:solidFill>
                  <a:schemeClr val="lt1"/>
                </a:solidFill>
                <a:effectLst/>
                <a:uFillTx/>
                <a:latin typeface="Times New Roman"/>
                <a:ea typeface="Times New Roman"/>
              </a:rPr>
              <a:t>1</a:t>
            </a:r>
            <a:endParaRPr lang="en-IN" sz="1800" b="0" u="none" strike="noStrike">
              <a:solidFill>
                <a:srgbClr val="000000"/>
              </a:solidFill>
              <a:effectLst/>
              <a:uFillTx/>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0"/>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44" name="PlaceHolder 1"/>
          <p:cNvSpPr>
            <a:spLocks noGrp="1"/>
          </p:cNvSpPr>
          <p:nvPr>
            <p:ph type="title"/>
          </p:nvPr>
        </p:nvSpPr>
        <p:spPr>
          <a:xfrm>
            <a:off x="3117600" y="527400"/>
            <a:ext cx="2907720" cy="1219680"/>
          </a:xfrm>
          <a:prstGeom prst="rect">
            <a:avLst/>
          </a:prstGeom>
          <a:noFill/>
          <a:ln w="0">
            <a:noFill/>
          </a:ln>
        </p:spPr>
        <p:txBody>
          <a:bodyPr lIns="0" tIns="12600" rIns="0" bIns="0" anchor="t">
            <a:spAutoFit/>
          </a:bodyPr>
          <a:lstStyle/>
          <a:p>
            <a:pPr marL="12600" indent="0" algn="ctr" defTabSz="914400">
              <a:lnSpc>
                <a:spcPct val="100000"/>
              </a:lnSpc>
              <a:buNone/>
              <a:tabLst>
                <a:tab pos="0" algn="l"/>
              </a:tabLst>
            </a:pPr>
            <a:r>
              <a:rPr lang="en-US" sz="3200" b="1" u="sng" strike="noStrike">
                <a:solidFill>
                  <a:schemeClr val="dk1"/>
                </a:solidFill>
                <a:effectLst/>
                <a:uFillTx/>
                <a:latin typeface="Times New Roman"/>
                <a:ea typeface="Times New Roman"/>
              </a:rPr>
              <a:t>OUTLINE</a:t>
            </a:r>
            <a:endParaRPr lang="en-US" sz="3200" b="0" u="none" strike="noStrike">
              <a:solidFill>
                <a:schemeClr val="dk1"/>
              </a:solidFill>
              <a:effectLst/>
              <a:uFillTx/>
              <a:latin typeface="Arial"/>
            </a:endParaRPr>
          </a:p>
        </p:txBody>
      </p:sp>
      <p:sp>
        <p:nvSpPr>
          <p:cNvPr id="45" name="Google Shape;59;p2"/>
          <p:cNvSpPr/>
          <p:nvPr/>
        </p:nvSpPr>
        <p:spPr>
          <a:xfrm>
            <a:off x="1435680" y="900000"/>
            <a:ext cx="7128720" cy="5275800"/>
          </a:xfrm>
          <a:prstGeom prst="rect">
            <a:avLst/>
          </a:prstGeom>
          <a:noFill/>
          <a:ln w="0">
            <a:noFill/>
          </a:ln>
        </p:spPr>
        <p:style>
          <a:lnRef idx="0">
            <a:scrgbClr r="0" g="0" b="0"/>
          </a:lnRef>
          <a:fillRef idx="0">
            <a:scrgbClr r="0" g="0" b="0"/>
          </a:fillRef>
          <a:effectRef idx="0">
            <a:scrgbClr r="0" g="0" b="0"/>
          </a:effectRef>
          <a:fontRef idx="minor"/>
        </p:style>
        <p:txBody>
          <a:bodyPr lIns="0" tIns="85680" rIns="0" bIns="0" anchor="t">
            <a:spAutoFit/>
          </a:bodyPr>
          <a:lstStyle/>
          <a:p>
            <a:pPr marL="527760" indent="-515520" defTabSz="914400">
              <a:lnSpc>
                <a:spcPct val="150000"/>
              </a:lnSpc>
              <a:buClr>
                <a:srgbClr val="000000"/>
              </a:buClr>
              <a:buFont typeface="Times New Roman"/>
              <a:buChar char="▪"/>
            </a:pPr>
            <a:r>
              <a:rPr lang="en-US" sz="2600" b="1" u="none" strike="noStrike">
                <a:solidFill>
                  <a:schemeClr val="dk1"/>
                </a:solidFill>
                <a:effectLst/>
                <a:uFillTx/>
                <a:latin typeface="Times New Roman"/>
                <a:ea typeface="Times New Roman"/>
              </a:rPr>
              <a:t>Abstract </a:t>
            </a:r>
            <a:endParaRPr lang="en-IN" sz="2600" b="0" u="none" strike="noStrike">
              <a:solidFill>
                <a:srgbClr val="000000"/>
              </a:solidFill>
              <a:effectLst/>
              <a:uFillTx/>
              <a:latin typeface="Arial"/>
            </a:endParaRPr>
          </a:p>
          <a:p>
            <a:pPr marL="527760" indent="-515520" defTabSz="914400">
              <a:lnSpc>
                <a:spcPct val="150000"/>
              </a:lnSpc>
              <a:spcBef>
                <a:spcPts val="575"/>
              </a:spcBef>
              <a:buClr>
                <a:srgbClr val="000000"/>
              </a:buClr>
              <a:buFont typeface="Times New Roman"/>
              <a:buChar char="▪"/>
            </a:pPr>
            <a:r>
              <a:rPr lang="en-US" sz="2600" b="1" u="none" strike="noStrike">
                <a:solidFill>
                  <a:schemeClr val="dk1"/>
                </a:solidFill>
                <a:effectLst/>
                <a:uFillTx/>
                <a:latin typeface="Times New Roman"/>
                <a:ea typeface="Times New Roman"/>
              </a:rPr>
              <a:t>Introduction </a:t>
            </a:r>
            <a:endParaRPr lang="en-IN" sz="2600" b="0" u="none" strike="noStrike">
              <a:solidFill>
                <a:srgbClr val="000000"/>
              </a:solidFill>
              <a:effectLst/>
              <a:uFillTx/>
              <a:latin typeface="Arial"/>
            </a:endParaRPr>
          </a:p>
          <a:p>
            <a:pPr marL="527760" indent="-515520" defTabSz="914400">
              <a:lnSpc>
                <a:spcPct val="150000"/>
              </a:lnSpc>
              <a:spcBef>
                <a:spcPts val="575"/>
              </a:spcBef>
              <a:buClr>
                <a:srgbClr val="000000"/>
              </a:buClr>
              <a:buFont typeface="Times New Roman"/>
              <a:buChar char="▪"/>
            </a:pPr>
            <a:r>
              <a:rPr lang="en-US" sz="2600" b="1" u="none" strike="noStrike">
                <a:solidFill>
                  <a:schemeClr val="dk1"/>
                </a:solidFill>
                <a:effectLst/>
                <a:uFillTx/>
                <a:latin typeface="Times New Roman"/>
                <a:ea typeface="Times New Roman"/>
              </a:rPr>
              <a:t>Problem Statement</a:t>
            </a:r>
            <a:endParaRPr lang="en-IN" sz="2600" b="0" u="none" strike="noStrike">
              <a:solidFill>
                <a:srgbClr val="000000"/>
              </a:solidFill>
              <a:effectLst/>
              <a:uFillTx/>
              <a:latin typeface="Arial"/>
            </a:endParaRPr>
          </a:p>
          <a:p>
            <a:pPr marL="527760" indent="-515520" defTabSz="914400">
              <a:lnSpc>
                <a:spcPct val="150000"/>
              </a:lnSpc>
              <a:spcBef>
                <a:spcPts val="575"/>
              </a:spcBef>
              <a:buClr>
                <a:srgbClr val="000000"/>
              </a:buClr>
              <a:buFont typeface="Times New Roman"/>
              <a:buChar char="▪"/>
            </a:pPr>
            <a:r>
              <a:rPr lang="en-US" sz="2600" b="1" u="none" strike="noStrike">
                <a:solidFill>
                  <a:schemeClr val="dk1"/>
                </a:solidFill>
                <a:effectLst/>
                <a:uFillTx/>
                <a:latin typeface="Times New Roman"/>
                <a:ea typeface="Times New Roman"/>
              </a:rPr>
              <a:t>Existing System </a:t>
            </a:r>
            <a:endParaRPr lang="en-IN" sz="2600" b="0" u="none" strike="noStrike">
              <a:solidFill>
                <a:srgbClr val="000000"/>
              </a:solidFill>
              <a:effectLst/>
              <a:uFillTx/>
              <a:latin typeface="Arial"/>
            </a:endParaRPr>
          </a:p>
          <a:p>
            <a:pPr marL="527760" indent="-515520" defTabSz="914400">
              <a:lnSpc>
                <a:spcPct val="150000"/>
              </a:lnSpc>
              <a:spcBef>
                <a:spcPts val="575"/>
              </a:spcBef>
              <a:buClr>
                <a:srgbClr val="000000"/>
              </a:buClr>
              <a:buFont typeface="Times New Roman"/>
              <a:buChar char="▪"/>
            </a:pPr>
            <a:r>
              <a:rPr lang="en-US" sz="2600" b="1" u="none" strike="noStrike">
                <a:solidFill>
                  <a:schemeClr val="dk1"/>
                </a:solidFill>
                <a:effectLst/>
                <a:uFillTx/>
                <a:latin typeface="Times New Roman"/>
                <a:ea typeface="Times New Roman"/>
              </a:rPr>
              <a:t>Proposed System </a:t>
            </a:r>
            <a:endParaRPr lang="en-IN" sz="2600" b="0" u="none" strike="noStrike">
              <a:solidFill>
                <a:srgbClr val="000000"/>
              </a:solidFill>
              <a:effectLst/>
              <a:uFillTx/>
              <a:latin typeface="Arial"/>
            </a:endParaRPr>
          </a:p>
          <a:p>
            <a:pPr marL="527760" indent="-515520" defTabSz="914400">
              <a:lnSpc>
                <a:spcPct val="150000"/>
              </a:lnSpc>
              <a:spcBef>
                <a:spcPts val="575"/>
              </a:spcBef>
              <a:buClr>
                <a:srgbClr val="000000"/>
              </a:buClr>
              <a:buFont typeface="Times New Roman"/>
              <a:buChar char="▪"/>
            </a:pPr>
            <a:r>
              <a:rPr lang="en-US" sz="2600" b="1" u="none" strike="noStrike">
                <a:solidFill>
                  <a:schemeClr val="dk1"/>
                </a:solidFill>
                <a:effectLst/>
                <a:uFillTx/>
                <a:latin typeface="Times New Roman"/>
                <a:ea typeface="Times New Roman"/>
              </a:rPr>
              <a:t>Scope of the Project</a:t>
            </a:r>
            <a:endParaRPr lang="en-IN" sz="2600" b="0" u="none" strike="noStrike">
              <a:solidFill>
                <a:srgbClr val="000000"/>
              </a:solidFill>
              <a:effectLst/>
              <a:uFillTx/>
              <a:latin typeface="Arial"/>
            </a:endParaRPr>
          </a:p>
          <a:p>
            <a:pPr marL="527760" indent="-515520" defTabSz="914400">
              <a:lnSpc>
                <a:spcPct val="150000"/>
              </a:lnSpc>
              <a:spcBef>
                <a:spcPts val="575"/>
              </a:spcBef>
              <a:buClr>
                <a:srgbClr val="000000"/>
              </a:buClr>
              <a:buFont typeface="Times New Roman"/>
              <a:buChar char="▪"/>
            </a:pPr>
            <a:r>
              <a:rPr lang="en-US" sz="2600" b="1" u="none" strike="noStrike">
                <a:solidFill>
                  <a:schemeClr val="dk1"/>
                </a:solidFill>
                <a:effectLst/>
                <a:uFillTx/>
                <a:latin typeface="Times New Roman"/>
                <a:ea typeface="Times New Roman"/>
              </a:rPr>
              <a:t>Conclusion </a:t>
            </a:r>
            <a:endParaRPr lang="en-IN" sz="2600" b="0" u="none" strike="noStrike">
              <a:solidFill>
                <a:srgbClr val="000000"/>
              </a:solidFill>
              <a:effectLst/>
              <a:uFillTx/>
              <a:latin typeface="Arial"/>
            </a:endParaRPr>
          </a:p>
          <a:p>
            <a:pPr marL="457200" indent="-457200" defTabSz="914400">
              <a:lnSpc>
                <a:spcPct val="150000"/>
              </a:lnSpc>
              <a:buClr>
                <a:srgbClr val="000000"/>
              </a:buClr>
              <a:buFont typeface="Times New Roman"/>
              <a:buChar char="▪"/>
            </a:pPr>
            <a:r>
              <a:rPr lang="en-US" sz="2600" b="1" u="none" strike="noStrike">
                <a:solidFill>
                  <a:schemeClr val="dk1"/>
                </a:solidFill>
                <a:effectLst/>
                <a:uFillTx/>
                <a:latin typeface="Times New Roman"/>
                <a:ea typeface="Times New Roman"/>
              </a:rPr>
              <a:t> References</a:t>
            </a:r>
            <a:endParaRPr lang="en-IN" sz="2600" b="0" u="none" strike="noStrike">
              <a:solidFill>
                <a:srgbClr val="000000"/>
              </a:solidFill>
              <a:effectLst/>
              <a:uFillTx/>
              <a:latin typeface="Arial"/>
            </a:endParaRPr>
          </a:p>
        </p:txBody>
      </p:sp>
      <p:sp>
        <p:nvSpPr>
          <p:cNvPr id="46" name="PlaceHolder 2"/>
          <p:cNvSpPr>
            <a:spLocks noGrp="1"/>
          </p:cNvSpPr>
          <p:nvPr>
            <p:ph type="sldNum" idx="21"/>
          </p:nvPr>
        </p:nvSpPr>
        <p:spPr>
          <a:xfrm>
            <a:off x="8751240" y="6450480"/>
            <a:ext cx="32904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Times New Roman"/>
                <a:ea typeface="Times New Roman"/>
              </a:defRPr>
            </a:lvl1pPr>
          </a:lstStyle>
          <a:p>
            <a:pPr marL="38160" indent="0" algn="l" defTabSz="914400">
              <a:lnSpc>
                <a:spcPct val="116000"/>
              </a:lnSpc>
              <a:buNone/>
              <a:tabLst>
                <a:tab pos="0" algn="l"/>
              </a:tabLst>
            </a:pPr>
            <a:fld id="{9546481F-E48A-499D-A072-23E1864DB91B}" type="slidenum">
              <a:rPr lang="en-US" sz="1800" b="1" u="none" strike="noStrike">
                <a:solidFill>
                  <a:schemeClr val="lt1"/>
                </a:solidFill>
                <a:effectLst/>
                <a:uFillTx/>
                <a:latin typeface="Times New Roman"/>
                <a:ea typeface="Times New Roman"/>
              </a:rPr>
              <a:t>2</a:t>
            </a:fld>
            <a:endParaRPr lang="en-IN" sz="1800" b="0" u="none" strike="noStrike">
              <a:solidFill>
                <a:srgbClr val="000000"/>
              </a:solidFill>
              <a:effectLst/>
              <a:uFillTx/>
              <a:latin typeface="Times New Roman"/>
            </a:endParaRPr>
          </a:p>
        </p:txBody>
      </p:sp>
      <p:sp>
        <p:nvSpPr>
          <p:cNvPr id="47" name="Google Shape;61;p2"/>
          <p:cNvSpPr/>
          <p:nvPr/>
        </p:nvSpPr>
        <p:spPr>
          <a:xfrm>
            <a:off x="6642720" y="6448320"/>
            <a:ext cx="1921680" cy="23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a:lnSpc>
                <a:spcPct val="101000"/>
              </a:lnSpc>
              <a:tabLst>
                <a:tab pos="0" algn="l"/>
              </a:tabLst>
            </a:pPr>
            <a:r>
              <a:rPr lang="en-US" sz="1600" b="0" u="none" strike="noStrike" dirty="0" smtClean="0">
                <a:solidFill>
                  <a:schemeClr val="dk1"/>
                </a:solidFill>
                <a:effectLst/>
                <a:uFillTx/>
                <a:latin typeface="Times New Roman"/>
                <a:ea typeface="Times New Roman"/>
              </a:rPr>
              <a:t> Project </a:t>
            </a:r>
            <a:r>
              <a:rPr lang="en-US" sz="1600" dirty="0" smtClean="0">
                <a:solidFill>
                  <a:schemeClr val="dk1"/>
                </a:solidFill>
                <a:latin typeface="Times New Roman"/>
                <a:ea typeface="Times New Roman"/>
              </a:rPr>
              <a:t>Phase1</a:t>
            </a:r>
            <a:endParaRPr lang="en-IN" sz="1600" dirty="0">
              <a:solidFill>
                <a:srgbClr val="000000"/>
              </a:solidFill>
            </a:endParaRPr>
          </a:p>
        </p:txBody>
      </p:sp>
      <p:sp>
        <p:nvSpPr>
          <p:cNvPr id="48" name="PlaceHolder 3"/>
          <p:cNvSpPr>
            <a:spLocks noGrp="1"/>
          </p:cNvSpPr>
          <p:nvPr>
            <p:ph type="ftr" idx="22"/>
          </p:nvPr>
        </p:nvSpPr>
        <p:spPr>
          <a:xfrm>
            <a:off x="231120" y="6448320"/>
            <a:ext cx="2501280" cy="234616"/>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dirty="0" smtClean="0">
                <a:solidFill>
                  <a:srgbClr val="404040"/>
                </a:solidFill>
                <a:effectLst/>
                <a:uFillTx/>
                <a:latin typeface="Times New Roman"/>
                <a:ea typeface="Times New Roman"/>
              </a:rPr>
              <a:t>S7 </a:t>
            </a:r>
            <a:r>
              <a:rPr lang="en-US" sz="1600" b="0" u="none" strike="noStrike" dirty="0" err="1">
                <a:solidFill>
                  <a:srgbClr val="404040"/>
                </a:solidFill>
                <a:effectLst/>
                <a:uFillTx/>
                <a:latin typeface="Times New Roman"/>
                <a:ea typeface="Times New Roman"/>
              </a:rPr>
              <a:t>B.Tech</a:t>
            </a:r>
            <a:r>
              <a:rPr lang="en-US" sz="1600" b="0" u="none" strike="noStrike" dirty="0">
                <a:solidFill>
                  <a:srgbClr val="404040"/>
                </a:solidFill>
                <a:effectLst/>
                <a:uFillTx/>
                <a:latin typeface="Times New Roman"/>
                <a:ea typeface="Times New Roman"/>
              </a:rPr>
              <a:t>, 2023 Batch</a:t>
            </a:r>
            <a:endParaRPr lang="en-IN" sz="1600" b="0" u="none" strike="noStrike" dirty="0">
              <a:solidFill>
                <a:srgbClr val="000000"/>
              </a:solidFill>
              <a:effectLst/>
              <a:uFillTx/>
              <a:latin typeface="Times New Roman"/>
            </a:endParaRPr>
          </a:p>
        </p:txBody>
      </p:sp>
      <p:sp>
        <p:nvSpPr>
          <p:cNvPr id="49" name="TextBox 46"/>
          <p:cNvSpPr/>
          <p:nvPr/>
        </p:nvSpPr>
        <p:spPr>
          <a:xfrm rot="16179600">
            <a:off x="-1336320" y="1288080"/>
            <a:ext cx="3657240" cy="60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7"/>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51" name="PlaceHolder 1"/>
          <p:cNvSpPr>
            <a:spLocks noGrp="1"/>
          </p:cNvSpPr>
          <p:nvPr>
            <p:ph type="title"/>
          </p:nvPr>
        </p:nvSpPr>
        <p:spPr>
          <a:xfrm>
            <a:off x="3149280" y="533520"/>
            <a:ext cx="2844360" cy="1219680"/>
          </a:xfrm>
          <a:prstGeom prst="rect">
            <a:avLst/>
          </a:prstGeom>
          <a:noFill/>
          <a:ln w="0">
            <a:noFill/>
          </a:ln>
        </p:spPr>
        <p:txBody>
          <a:bodyPr lIns="0" tIns="12600" rIns="0" bIns="0" anchor="t">
            <a:spAutoFit/>
          </a:bodyPr>
          <a:lstStyle/>
          <a:p>
            <a:pPr marL="12600" indent="0" algn="ctr" defTabSz="914400">
              <a:lnSpc>
                <a:spcPct val="100000"/>
              </a:lnSpc>
              <a:buNone/>
              <a:tabLst>
                <a:tab pos="0" algn="l"/>
              </a:tabLst>
            </a:pPr>
            <a:r>
              <a:rPr lang="en-US" sz="3200" b="1" u="sng" strike="noStrike">
                <a:solidFill>
                  <a:schemeClr val="dk1"/>
                </a:solidFill>
                <a:effectLst/>
                <a:uFillTx/>
                <a:latin typeface="Times New Roman"/>
                <a:ea typeface="Times New Roman"/>
              </a:rPr>
              <a:t>ABSTRACT</a:t>
            </a:r>
            <a:endParaRPr lang="en-US" sz="3200" b="0" u="none" strike="noStrike">
              <a:solidFill>
                <a:schemeClr val="dk1"/>
              </a:solidFill>
              <a:effectLst/>
              <a:uFillTx/>
              <a:latin typeface="Arial"/>
            </a:endParaRPr>
          </a:p>
        </p:txBody>
      </p:sp>
      <p:sp>
        <p:nvSpPr>
          <p:cNvPr id="52" name="Google Shape;68;p3"/>
          <p:cNvSpPr/>
          <p:nvPr/>
        </p:nvSpPr>
        <p:spPr>
          <a:xfrm>
            <a:off x="1080000" y="1368360"/>
            <a:ext cx="7670160" cy="457781"/>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355680" indent="-343080" algn="just" defTabSz="914400">
              <a:lnSpc>
                <a:spcPct val="150000"/>
              </a:lnSpc>
              <a:spcBef>
                <a:spcPts val="1191"/>
              </a:spcBef>
              <a:spcAft>
                <a:spcPts val="992"/>
              </a:spcAft>
              <a:buClr>
                <a:srgbClr val="000000"/>
              </a:buClr>
              <a:buFont typeface="Times New Roman"/>
              <a:buChar char="•"/>
            </a:pPr>
            <a:endParaRPr lang="en-IN" sz="2200" b="0" u="none" strike="noStrike" dirty="0">
              <a:solidFill>
                <a:srgbClr val="000000"/>
              </a:solidFill>
              <a:effectLst/>
              <a:uFillTx/>
              <a:latin typeface="Arial"/>
            </a:endParaRPr>
          </a:p>
        </p:txBody>
      </p:sp>
      <p:sp>
        <p:nvSpPr>
          <p:cNvPr id="53" name="PlaceHolder 2"/>
          <p:cNvSpPr>
            <a:spLocks noGrp="1"/>
          </p:cNvSpPr>
          <p:nvPr>
            <p:ph type="sldNum" idx="23"/>
          </p:nvPr>
        </p:nvSpPr>
        <p:spPr>
          <a:xfrm>
            <a:off x="8751240" y="6450480"/>
            <a:ext cx="32904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Times New Roman"/>
                <a:ea typeface="Times New Roman"/>
              </a:defRPr>
            </a:lvl1pPr>
          </a:lstStyle>
          <a:p>
            <a:pPr marL="38160" indent="0" algn="l" defTabSz="914400">
              <a:lnSpc>
                <a:spcPct val="116000"/>
              </a:lnSpc>
              <a:buNone/>
              <a:tabLst>
                <a:tab pos="0" algn="l"/>
              </a:tabLst>
            </a:pPr>
            <a:fld id="{CFFF51CD-B8C4-426A-8485-F7517194D862}" type="slidenum">
              <a:rPr lang="en-US" sz="1800" b="1" u="none" strike="noStrike">
                <a:solidFill>
                  <a:schemeClr val="lt1"/>
                </a:solidFill>
                <a:effectLst/>
                <a:uFillTx/>
                <a:latin typeface="Times New Roman"/>
                <a:ea typeface="Times New Roman"/>
              </a:rPr>
              <a:t>3</a:t>
            </a:fld>
            <a:endParaRPr lang="en-IN" sz="1800" b="0" u="none" strike="noStrike">
              <a:solidFill>
                <a:srgbClr val="000000"/>
              </a:solidFill>
              <a:effectLst/>
              <a:uFillTx/>
              <a:latin typeface="Times New Roman"/>
            </a:endParaRPr>
          </a:p>
        </p:txBody>
      </p:sp>
      <p:sp>
        <p:nvSpPr>
          <p:cNvPr id="54" name="Google Shape;70;p3"/>
          <p:cNvSpPr/>
          <p:nvPr/>
        </p:nvSpPr>
        <p:spPr>
          <a:xfrm>
            <a:off x="6642720" y="6448320"/>
            <a:ext cx="1921680" cy="23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a:lnSpc>
                <a:spcPct val="101000"/>
              </a:lnSpc>
              <a:tabLst>
                <a:tab pos="0" algn="l"/>
              </a:tabLst>
            </a:pPr>
            <a:r>
              <a:rPr lang="en-US" sz="1600" b="0" u="none" strike="noStrike" dirty="0" smtClean="0">
                <a:solidFill>
                  <a:schemeClr val="dk1"/>
                </a:solidFill>
                <a:effectLst/>
                <a:uFillTx/>
                <a:latin typeface="Times New Roman"/>
                <a:ea typeface="Times New Roman"/>
              </a:rPr>
              <a:t> Project </a:t>
            </a:r>
            <a:r>
              <a:rPr lang="en-US" sz="1600" dirty="0" smtClean="0">
                <a:solidFill>
                  <a:schemeClr val="dk1"/>
                </a:solidFill>
                <a:latin typeface="Times New Roman"/>
                <a:ea typeface="Times New Roman"/>
              </a:rPr>
              <a:t>Phase1</a:t>
            </a:r>
            <a:endParaRPr lang="en-IN" sz="1600" dirty="0">
              <a:solidFill>
                <a:srgbClr val="000000"/>
              </a:solidFill>
            </a:endParaRPr>
          </a:p>
        </p:txBody>
      </p:sp>
      <p:sp>
        <p:nvSpPr>
          <p:cNvPr id="55" name="PlaceHolder 3"/>
          <p:cNvSpPr>
            <a:spLocks noGrp="1"/>
          </p:cNvSpPr>
          <p:nvPr>
            <p:ph type="ftr" idx="24"/>
          </p:nvPr>
        </p:nvSpPr>
        <p:spPr>
          <a:xfrm>
            <a:off x="231120" y="6448320"/>
            <a:ext cx="2501280" cy="248658"/>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dirty="0" smtClean="0">
                <a:solidFill>
                  <a:srgbClr val="404040"/>
                </a:solidFill>
                <a:effectLst/>
                <a:uFillTx/>
                <a:latin typeface="Times New Roman"/>
                <a:ea typeface="Times New Roman"/>
              </a:rPr>
              <a:t>S7 </a:t>
            </a:r>
            <a:r>
              <a:rPr lang="en-US" sz="1600" b="0" u="none" strike="noStrike" dirty="0" err="1">
                <a:solidFill>
                  <a:srgbClr val="404040"/>
                </a:solidFill>
                <a:effectLst/>
                <a:uFillTx/>
                <a:latin typeface="Times New Roman"/>
                <a:ea typeface="Times New Roman"/>
              </a:rPr>
              <a:t>B.Tech</a:t>
            </a:r>
            <a:r>
              <a:rPr lang="en-US" sz="1600" b="0" u="none" strike="noStrike" dirty="0">
                <a:solidFill>
                  <a:srgbClr val="404040"/>
                </a:solidFill>
                <a:effectLst/>
                <a:uFillTx/>
                <a:latin typeface="Times New Roman"/>
                <a:ea typeface="Times New Roman"/>
              </a:rPr>
              <a:t>, 2023 Batch</a:t>
            </a:r>
            <a:endParaRPr lang="en-IN" sz="1600" b="0" u="none" strike="noStrike" dirty="0">
              <a:solidFill>
                <a:srgbClr val="000000"/>
              </a:solidFill>
              <a:effectLst/>
              <a:uFillTx/>
              <a:latin typeface="Times New Roman"/>
            </a:endParaRPr>
          </a:p>
        </p:txBody>
      </p:sp>
      <p:sp>
        <p:nvSpPr>
          <p:cNvPr id="56" name="TextBox 53"/>
          <p:cNvSpPr/>
          <p:nvPr/>
        </p:nvSpPr>
        <p:spPr>
          <a:xfrm rot="16199400">
            <a:off x="-1509480" y="1363680"/>
            <a:ext cx="3779640" cy="35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
        <p:nvSpPr>
          <p:cNvPr id="3" name="Rectangle 2"/>
          <p:cNvSpPr>
            <a:spLocks noChangeArrowheads="1"/>
          </p:cNvSpPr>
          <p:nvPr/>
        </p:nvSpPr>
        <p:spPr bwMode="auto">
          <a:xfrm>
            <a:off x="560490" y="1269812"/>
            <a:ext cx="851979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Bluetooth Mesh Chat Application</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enables messaging between nearby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smartphones without the internet, Wi-Fi, or cellular networks using Bluetooth Low Energy (BLE).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Mesh networking</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allows devices to relay messages through intermediate phones, extending communication range while supporting secure one-to-one and group messaging.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Built using </a:t>
            </a:r>
            <a:r>
              <a:rPr kumimoji="0" lang="en-US" altLang="en-US" sz="18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Kotlin</a:t>
            </a: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Jetpack Compose, and Room Database</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application provides a reliable and secure communication solution for emergencies, remote areas, and offline collaboration</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4"/>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59" name="PlaceHolder 1"/>
          <p:cNvSpPr>
            <a:spLocks noGrp="1"/>
          </p:cNvSpPr>
          <p:nvPr>
            <p:ph type="sldNum" idx="25"/>
          </p:nvPr>
        </p:nvSpPr>
        <p:spPr>
          <a:xfrm>
            <a:off x="8751240" y="6450480"/>
            <a:ext cx="32904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A58D0484-4D31-48D1-A548-616A66AD4F7C}" type="slidenum">
              <a:rPr lang="en-US" sz="1800" b="1" u="none" strike="noStrike">
                <a:solidFill>
                  <a:schemeClr val="lt1"/>
                </a:solidFill>
                <a:effectLst/>
                <a:uFillTx/>
                <a:latin typeface="Arial"/>
                <a:ea typeface="Arial"/>
              </a:rPr>
              <a:t>4</a:t>
            </a:fld>
            <a:endParaRPr lang="en-IN" sz="1800" b="0" u="none" strike="noStrike">
              <a:solidFill>
                <a:srgbClr val="000000"/>
              </a:solidFill>
              <a:effectLst/>
              <a:uFillTx/>
              <a:latin typeface="Times New Roman"/>
            </a:endParaRPr>
          </a:p>
        </p:txBody>
      </p:sp>
      <p:sp>
        <p:nvSpPr>
          <p:cNvPr id="60" name="PlaceHolder 2"/>
          <p:cNvSpPr>
            <a:spLocks noGrp="1"/>
          </p:cNvSpPr>
          <p:nvPr>
            <p:ph type="title"/>
          </p:nvPr>
        </p:nvSpPr>
        <p:spPr>
          <a:xfrm>
            <a:off x="1868040" y="580680"/>
            <a:ext cx="5714280" cy="616320"/>
          </a:xfrm>
          <a:prstGeom prst="rect">
            <a:avLst/>
          </a:prstGeom>
          <a:noFill/>
          <a:ln w="0">
            <a:noFill/>
          </a:ln>
        </p:spPr>
        <p:txBody>
          <a:bodyPr lIns="0" tIns="12600" rIns="0" bIns="0" anchor="t">
            <a:spAutoFit/>
          </a:bodyPr>
          <a:lstStyle/>
          <a:p>
            <a:pPr marL="12600" indent="0" algn="ctr" defTabSz="914400">
              <a:lnSpc>
                <a:spcPct val="100000"/>
              </a:lnSpc>
              <a:buNone/>
              <a:tabLst>
                <a:tab pos="0" algn="l"/>
              </a:tabLst>
            </a:pPr>
            <a:r>
              <a:rPr lang="en-US" sz="3200" b="1" u="sng" strike="noStrike" dirty="0">
                <a:solidFill>
                  <a:schemeClr val="dk1"/>
                </a:solidFill>
                <a:effectLst/>
                <a:uFillTx/>
                <a:latin typeface="Times New Roman"/>
                <a:ea typeface="Times New Roman"/>
              </a:rPr>
              <a:t>INTRODUCTION</a:t>
            </a:r>
            <a:endParaRPr lang="en-US" sz="3200" b="0" u="none" strike="noStrike" dirty="0">
              <a:solidFill>
                <a:schemeClr val="dk1"/>
              </a:solidFill>
              <a:effectLst/>
              <a:uFillTx/>
              <a:latin typeface="Arial"/>
            </a:endParaRPr>
          </a:p>
        </p:txBody>
      </p:sp>
      <p:sp>
        <p:nvSpPr>
          <p:cNvPr id="61" name="Google Shape;79;p4"/>
          <p:cNvSpPr/>
          <p:nvPr/>
        </p:nvSpPr>
        <p:spPr>
          <a:xfrm>
            <a:off x="6642720" y="6448320"/>
            <a:ext cx="1921680" cy="24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defTabSz="914400">
              <a:lnSpc>
                <a:spcPct val="101000"/>
              </a:lnSpc>
              <a:tabLst>
                <a:tab pos="0" algn="l"/>
              </a:tabLst>
            </a:pPr>
            <a:r>
              <a:rPr lang="en-US" sz="1600" b="0" u="none" strike="noStrike">
                <a:solidFill>
                  <a:schemeClr val="dk1"/>
                </a:solidFill>
                <a:effectLst/>
                <a:uFillTx/>
                <a:latin typeface="Times New Roman"/>
                <a:ea typeface="Times New Roman"/>
              </a:rPr>
              <a:t>Project Phase1</a:t>
            </a:r>
            <a:endParaRPr lang="en-IN" sz="1600" b="0" u="none" strike="noStrike">
              <a:solidFill>
                <a:srgbClr val="000000"/>
              </a:solidFill>
              <a:effectLst/>
              <a:uFillTx/>
              <a:latin typeface="Arial"/>
            </a:endParaRPr>
          </a:p>
        </p:txBody>
      </p:sp>
      <p:sp>
        <p:nvSpPr>
          <p:cNvPr id="62" name="PlaceHolder 3"/>
          <p:cNvSpPr>
            <a:spLocks noGrp="1"/>
          </p:cNvSpPr>
          <p:nvPr>
            <p:ph type="ftr" idx="26"/>
          </p:nvPr>
        </p:nvSpPr>
        <p:spPr>
          <a:xfrm>
            <a:off x="231120" y="6448320"/>
            <a:ext cx="2501280" cy="246960"/>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a:solidFill>
                  <a:srgbClr val="404040"/>
                </a:solidFill>
                <a:effectLst/>
                <a:uFillTx/>
                <a:latin typeface="Times New Roman"/>
                <a:ea typeface="Times New Roman"/>
              </a:rPr>
              <a:t>S7 B.Tech, 2023 Batch</a:t>
            </a:r>
            <a:endParaRPr lang="en-IN" sz="1600" b="0" u="none" strike="noStrike">
              <a:solidFill>
                <a:srgbClr val="000000"/>
              </a:solidFill>
              <a:effectLst/>
              <a:uFillTx/>
              <a:latin typeface="Times New Roman"/>
            </a:endParaRPr>
          </a:p>
        </p:txBody>
      </p:sp>
      <p:sp>
        <p:nvSpPr>
          <p:cNvPr id="63" name="TextBox 60"/>
          <p:cNvSpPr/>
          <p:nvPr/>
        </p:nvSpPr>
        <p:spPr>
          <a:xfrm rot="16170600">
            <a:off x="-1333800" y="1347480"/>
            <a:ext cx="3599640" cy="53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
        <p:nvSpPr>
          <p:cNvPr id="2" name="Rectangle 1"/>
          <p:cNvSpPr>
            <a:spLocks noChangeArrowheads="1"/>
          </p:cNvSpPr>
          <p:nvPr/>
        </p:nvSpPr>
        <p:spPr bwMode="auto">
          <a:xfrm>
            <a:off x="751223" y="2339347"/>
            <a:ext cx="819360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a:t>
            </a:r>
            <a:r>
              <a:rPr kumimoji="0" lang="en-US" altLang="en-US" sz="1800" b="1" i="0" u="none" strike="noStrike" cap="none" normalizeH="0" baseline="0" dirty="0" smtClean="0">
                <a:ln>
                  <a:noFill/>
                </a:ln>
                <a:solidFill>
                  <a:schemeClr val="tx1"/>
                </a:solidFill>
                <a:effectLst/>
                <a:latin typeface="Arial" panose="020B0604020202020204" pitchFamily="34" charset="0"/>
              </a:rPr>
              <a:t>Bluetooth Mesh Chat Application</a:t>
            </a:r>
            <a:r>
              <a:rPr kumimoji="0" lang="en-US" altLang="en-US" sz="1800" b="0" i="0" u="none" strike="noStrike" cap="none" normalizeH="0" baseline="0" dirty="0" smtClean="0">
                <a:ln>
                  <a:noFill/>
                </a:ln>
                <a:solidFill>
                  <a:schemeClr val="tx1"/>
                </a:solidFill>
                <a:effectLst/>
                <a:latin typeface="Arial" panose="020B0604020202020204" pitchFamily="34" charset="0"/>
              </a:rPr>
              <a:t> enables direct smartphone-to-smartphone communication using </a:t>
            </a:r>
            <a:r>
              <a:rPr kumimoji="0" lang="en-US" altLang="en-US" sz="1800" b="1" i="0" u="none" strike="noStrike" cap="none" normalizeH="0" baseline="0" dirty="0" smtClean="0">
                <a:ln>
                  <a:noFill/>
                </a:ln>
                <a:solidFill>
                  <a:schemeClr val="tx1"/>
                </a:solidFill>
                <a:effectLst/>
                <a:latin typeface="Arial" panose="020B0604020202020204" pitchFamily="34" charset="0"/>
              </a:rPr>
              <a:t>Bluetooth Low Energy (BLE)</a:t>
            </a:r>
            <a:r>
              <a:rPr kumimoji="0" lang="en-US" altLang="en-US" sz="1800" b="0" i="0" u="none" strike="noStrike" cap="none" normalizeH="0" baseline="0" dirty="0" smtClean="0">
                <a:ln>
                  <a:noFill/>
                </a:ln>
                <a:solidFill>
                  <a:schemeClr val="tx1"/>
                </a:solidFill>
                <a:effectLst/>
                <a:latin typeface="Arial" panose="020B0604020202020204" pitchFamily="34" charset="0"/>
              </a:rPr>
              <a:t> and mesh networking, without requiring the internet, Wi-Fi, or cellular networks.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solution provides secure, reliable, and infrastructure-independent messaging, making it suitable for emergency situations, remote locations, public events, and offline collaboration. </a:t>
            </a:r>
          </a:p>
        </p:txBody>
      </p:sp>
      <p:sp>
        <p:nvSpPr>
          <p:cNvPr id="3" name="Rectangle 2"/>
          <p:cNvSpPr/>
          <p:nvPr/>
        </p:nvSpPr>
        <p:spPr>
          <a:xfrm>
            <a:off x="751223" y="1345680"/>
            <a:ext cx="8193601" cy="923330"/>
          </a:xfrm>
          <a:prstGeom prst="rect">
            <a:avLst/>
          </a:prstGeom>
        </p:spPr>
        <p:txBody>
          <a:bodyPr wrap="square">
            <a:spAutoFit/>
          </a:bodyPr>
          <a:lstStyle/>
          <a:p>
            <a:pPr lvl="0" eaLnBrk="0" fontAlgn="base" hangingPunct="0">
              <a:spcBef>
                <a:spcPct val="0"/>
              </a:spcBef>
              <a:spcAft>
                <a:spcPct val="0"/>
              </a:spcAft>
              <a:buFontTx/>
              <a:buChar char="•"/>
            </a:pPr>
            <a:r>
              <a:rPr lang="en-US" altLang="en-US" dirty="0">
                <a:latin typeface="Arial" panose="020B0604020202020204" pitchFamily="34" charset="0"/>
              </a:rPr>
              <a:t>Traditional messaging applications depend on internet connectivity and centralized servers, making communication difficult in areas with poor or no network coverage.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1"/>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65" name="Google Shape;85;p5"/>
          <p:cNvSpPr/>
          <p:nvPr/>
        </p:nvSpPr>
        <p:spPr>
          <a:xfrm>
            <a:off x="784080" y="1260000"/>
            <a:ext cx="8215560" cy="453528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algn="just" defTabSz="914400">
              <a:lnSpc>
                <a:spcPct val="150000"/>
              </a:lnSpc>
              <a:spcBef>
                <a:spcPts val="1191"/>
              </a:spcBef>
              <a:spcAft>
                <a:spcPts val="992"/>
              </a:spcAft>
              <a:tabLst>
                <a:tab pos="0" algn="l"/>
              </a:tabLst>
            </a:pPr>
            <a:r>
              <a:rPr lang="en-US" sz="2200" b="0" u="none" strike="noStrike">
                <a:solidFill>
                  <a:schemeClr val="dk1"/>
                </a:solidFill>
                <a:effectLst/>
                <a:uFillTx/>
                <a:latin typeface="Times New Roman"/>
                <a:ea typeface="Times New Roman"/>
              </a:rPr>
              <a:t>Conventional messaging applications depend entirely on the internet, Wi-Fi, or cellular networks and route messages through centralized servers. In disaster-affected areas, remote locations, large public events, and outdoor expeditions, this infrastructure is often unavailable or overloaded, leaving nearby people unable to communicate. Centralized systems also create single points of failure and privacy concerns. There is therefore a need for a decentralized, infrastructure-independent messaging system for direct, secure communication between nearby smartphones.</a:t>
            </a:r>
            <a:endParaRPr lang="en-IN" sz="2200" b="0" u="none" strike="noStrike">
              <a:solidFill>
                <a:srgbClr val="000000"/>
              </a:solidFill>
              <a:effectLst/>
              <a:uFillTx/>
              <a:latin typeface="Arial"/>
            </a:endParaRPr>
          </a:p>
        </p:txBody>
      </p:sp>
      <p:sp>
        <p:nvSpPr>
          <p:cNvPr id="66" name="PlaceHolder 1"/>
          <p:cNvSpPr>
            <a:spLocks noGrp="1"/>
          </p:cNvSpPr>
          <p:nvPr>
            <p:ph type="sldNum" idx="27"/>
          </p:nvPr>
        </p:nvSpPr>
        <p:spPr>
          <a:xfrm>
            <a:off x="8751240" y="6450480"/>
            <a:ext cx="32904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22D4079A-58BF-4165-84B6-105240F13942}" type="slidenum">
              <a:rPr lang="en-US" sz="1800" b="1" u="none" strike="noStrike">
                <a:solidFill>
                  <a:schemeClr val="lt1"/>
                </a:solidFill>
                <a:effectLst/>
                <a:uFillTx/>
                <a:latin typeface="Arial"/>
                <a:ea typeface="Arial"/>
              </a:rPr>
              <a:t>5</a:t>
            </a:fld>
            <a:endParaRPr lang="en-IN" sz="1800" b="0" u="none" strike="noStrike">
              <a:solidFill>
                <a:srgbClr val="000000"/>
              </a:solidFill>
              <a:effectLst/>
              <a:uFillTx/>
              <a:latin typeface="Times New Roman"/>
            </a:endParaRPr>
          </a:p>
        </p:txBody>
      </p:sp>
      <p:sp>
        <p:nvSpPr>
          <p:cNvPr id="67" name="PlaceHolder 2"/>
          <p:cNvSpPr>
            <a:spLocks noGrp="1"/>
          </p:cNvSpPr>
          <p:nvPr>
            <p:ph type="title"/>
          </p:nvPr>
        </p:nvSpPr>
        <p:spPr>
          <a:xfrm>
            <a:off x="1645920" y="500400"/>
            <a:ext cx="5853960" cy="616320"/>
          </a:xfrm>
          <a:prstGeom prst="rect">
            <a:avLst/>
          </a:prstGeom>
          <a:noFill/>
          <a:ln w="0">
            <a:noFill/>
          </a:ln>
        </p:spPr>
        <p:txBody>
          <a:bodyPr lIns="0" tIns="12600" rIns="0" bIns="0" anchor="t">
            <a:spAutoFit/>
          </a:bodyPr>
          <a:lstStyle/>
          <a:p>
            <a:pPr marL="12600" indent="0" algn="ctr" defTabSz="914400">
              <a:lnSpc>
                <a:spcPct val="100000"/>
              </a:lnSpc>
              <a:buNone/>
              <a:tabLst>
                <a:tab pos="0" algn="l"/>
              </a:tabLst>
            </a:pPr>
            <a:r>
              <a:rPr lang="en-US" sz="3200" b="1" u="sng" strike="noStrike">
                <a:solidFill>
                  <a:schemeClr val="dk1"/>
                </a:solidFill>
                <a:effectLst/>
                <a:uFillTx/>
                <a:latin typeface="Times New Roman"/>
                <a:ea typeface="Times New Roman"/>
              </a:rPr>
              <a:t>PROBLEM STATEMENT</a:t>
            </a:r>
            <a:endParaRPr lang="en-US" sz="3200" b="0" u="none" strike="noStrike">
              <a:solidFill>
                <a:schemeClr val="dk1"/>
              </a:solidFill>
              <a:effectLst/>
              <a:uFillTx/>
              <a:latin typeface="Arial"/>
            </a:endParaRPr>
          </a:p>
        </p:txBody>
      </p:sp>
      <p:sp>
        <p:nvSpPr>
          <p:cNvPr id="68" name="Google Shape;88;p5"/>
          <p:cNvSpPr/>
          <p:nvPr/>
        </p:nvSpPr>
        <p:spPr>
          <a:xfrm>
            <a:off x="6642720" y="6448320"/>
            <a:ext cx="1921680" cy="24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defTabSz="914400">
              <a:lnSpc>
                <a:spcPct val="101000"/>
              </a:lnSpc>
              <a:tabLst>
                <a:tab pos="0" algn="l"/>
              </a:tabLst>
            </a:pPr>
            <a:r>
              <a:rPr lang="en-US" sz="1600" b="0" u="none" strike="noStrike">
                <a:solidFill>
                  <a:schemeClr val="dk1"/>
                </a:solidFill>
                <a:effectLst/>
                <a:uFillTx/>
                <a:latin typeface="Times New Roman"/>
                <a:ea typeface="Times New Roman"/>
              </a:rPr>
              <a:t>Project Phase1</a:t>
            </a:r>
            <a:endParaRPr lang="en-IN" sz="1600" b="0" u="none" strike="noStrike">
              <a:solidFill>
                <a:srgbClr val="000000"/>
              </a:solidFill>
              <a:effectLst/>
              <a:uFillTx/>
              <a:latin typeface="Arial"/>
            </a:endParaRPr>
          </a:p>
        </p:txBody>
      </p:sp>
      <p:sp>
        <p:nvSpPr>
          <p:cNvPr id="69" name="PlaceHolder 3"/>
          <p:cNvSpPr>
            <a:spLocks noGrp="1"/>
          </p:cNvSpPr>
          <p:nvPr>
            <p:ph type="ftr" idx="28"/>
          </p:nvPr>
        </p:nvSpPr>
        <p:spPr>
          <a:xfrm>
            <a:off x="231120" y="6448320"/>
            <a:ext cx="2501280" cy="246960"/>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a:solidFill>
                  <a:srgbClr val="404040"/>
                </a:solidFill>
                <a:effectLst/>
                <a:uFillTx/>
                <a:latin typeface="Times New Roman"/>
                <a:ea typeface="Times New Roman"/>
              </a:rPr>
              <a:t>S7 B.Tech, 2023 Batch</a:t>
            </a:r>
            <a:endParaRPr lang="en-IN" sz="1600" b="0" u="none" strike="noStrike">
              <a:solidFill>
                <a:srgbClr val="000000"/>
              </a:solidFill>
              <a:effectLst/>
              <a:uFillTx/>
              <a:latin typeface="Times New Roman"/>
            </a:endParaRPr>
          </a:p>
        </p:txBody>
      </p:sp>
      <p:sp>
        <p:nvSpPr>
          <p:cNvPr id="70" name="TextBox 67"/>
          <p:cNvSpPr/>
          <p:nvPr/>
        </p:nvSpPr>
        <p:spPr>
          <a:xfrm rot="16195800">
            <a:off x="-1434960" y="1267200"/>
            <a:ext cx="3599640" cy="34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68"/>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72" name="PlaceHolder 1"/>
          <p:cNvSpPr>
            <a:spLocks noGrp="1"/>
          </p:cNvSpPr>
          <p:nvPr>
            <p:ph type="sldNum" idx="29"/>
          </p:nvPr>
        </p:nvSpPr>
        <p:spPr>
          <a:xfrm>
            <a:off x="8751240" y="6450480"/>
            <a:ext cx="32904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AD3250B2-32E8-474A-8BF3-64B0D340E8A2}" type="slidenum">
              <a:rPr lang="en-US" sz="1800" b="1" u="none" strike="noStrike">
                <a:solidFill>
                  <a:schemeClr val="lt1"/>
                </a:solidFill>
                <a:effectLst/>
                <a:uFillTx/>
                <a:latin typeface="Arial"/>
                <a:ea typeface="Arial"/>
              </a:rPr>
              <a:t>6</a:t>
            </a:fld>
            <a:endParaRPr lang="en-IN" sz="1800" b="0" u="none" strike="noStrike">
              <a:solidFill>
                <a:srgbClr val="000000"/>
              </a:solidFill>
              <a:effectLst/>
              <a:uFillTx/>
              <a:latin typeface="Times New Roman"/>
            </a:endParaRPr>
          </a:p>
        </p:txBody>
      </p:sp>
      <p:sp>
        <p:nvSpPr>
          <p:cNvPr id="73" name="PlaceHolder 2"/>
          <p:cNvSpPr>
            <a:spLocks noGrp="1"/>
          </p:cNvSpPr>
          <p:nvPr>
            <p:ph type="title"/>
          </p:nvPr>
        </p:nvSpPr>
        <p:spPr>
          <a:xfrm>
            <a:off x="1645920" y="500400"/>
            <a:ext cx="5853960" cy="616320"/>
          </a:xfrm>
          <a:prstGeom prst="rect">
            <a:avLst/>
          </a:prstGeom>
          <a:noFill/>
          <a:ln w="0">
            <a:noFill/>
          </a:ln>
        </p:spPr>
        <p:txBody>
          <a:bodyPr lIns="0" tIns="12600" rIns="0" bIns="0" anchor="t">
            <a:spAutoFit/>
          </a:bodyPr>
          <a:lstStyle/>
          <a:p>
            <a:pPr marL="12600" indent="0" algn="ctr" defTabSz="914400">
              <a:lnSpc>
                <a:spcPct val="100000"/>
              </a:lnSpc>
              <a:buNone/>
              <a:tabLst>
                <a:tab pos="0" algn="l"/>
              </a:tabLst>
            </a:pPr>
            <a:r>
              <a:rPr lang="en-US" sz="3200" b="1" u="sng" strike="noStrike">
                <a:solidFill>
                  <a:schemeClr val="dk1"/>
                </a:solidFill>
                <a:effectLst/>
                <a:uFillTx/>
                <a:latin typeface="Times New Roman"/>
                <a:ea typeface="Times New Roman"/>
              </a:rPr>
              <a:t>EXISTING SYSTEM</a:t>
            </a:r>
            <a:endParaRPr lang="en-US" sz="3200" b="0" u="none" strike="noStrike">
              <a:solidFill>
                <a:schemeClr val="dk1"/>
              </a:solidFill>
              <a:effectLst/>
              <a:uFillTx/>
              <a:latin typeface="Arial"/>
            </a:endParaRPr>
          </a:p>
        </p:txBody>
      </p:sp>
      <p:sp>
        <p:nvSpPr>
          <p:cNvPr id="74" name="Google Shape;97;g1f1002ff284_0_348"/>
          <p:cNvSpPr/>
          <p:nvPr/>
        </p:nvSpPr>
        <p:spPr>
          <a:xfrm>
            <a:off x="6642720" y="6448320"/>
            <a:ext cx="1921680" cy="24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defTabSz="914400">
              <a:lnSpc>
                <a:spcPct val="101000"/>
              </a:lnSpc>
              <a:tabLst>
                <a:tab pos="0" algn="l"/>
              </a:tabLst>
            </a:pPr>
            <a:r>
              <a:rPr lang="en-US" sz="1600" b="0" u="none" strike="noStrike">
                <a:solidFill>
                  <a:schemeClr val="dk1"/>
                </a:solidFill>
                <a:effectLst/>
                <a:uFillTx/>
                <a:latin typeface="Times New Roman"/>
                <a:ea typeface="Times New Roman"/>
              </a:rPr>
              <a:t>Project Phase1</a:t>
            </a:r>
            <a:endParaRPr lang="en-IN" sz="1600" b="0" u="none" strike="noStrike">
              <a:solidFill>
                <a:srgbClr val="000000"/>
              </a:solidFill>
              <a:effectLst/>
              <a:uFillTx/>
              <a:latin typeface="Arial"/>
            </a:endParaRPr>
          </a:p>
        </p:txBody>
      </p:sp>
      <p:sp>
        <p:nvSpPr>
          <p:cNvPr id="75" name="PlaceHolder 3"/>
          <p:cNvSpPr>
            <a:spLocks noGrp="1"/>
          </p:cNvSpPr>
          <p:nvPr>
            <p:ph type="ftr" idx="30"/>
          </p:nvPr>
        </p:nvSpPr>
        <p:spPr>
          <a:xfrm>
            <a:off x="231120" y="6448320"/>
            <a:ext cx="2501280" cy="246960"/>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a:solidFill>
                  <a:srgbClr val="404040"/>
                </a:solidFill>
                <a:effectLst/>
                <a:uFillTx/>
                <a:latin typeface="Times New Roman"/>
                <a:ea typeface="Times New Roman"/>
              </a:rPr>
              <a:t>S7 B.Tech, 2023 Batch</a:t>
            </a:r>
            <a:endParaRPr lang="en-IN" sz="1600" b="0" u="none" strike="noStrike">
              <a:solidFill>
                <a:srgbClr val="000000"/>
              </a:solidFill>
              <a:effectLst/>
              <a:uFillTx/>
              <a:latin typeface="Times New Roman"/>
            </a:endParaRPr>
          </a:p>
        </p:txBody>
      </p:sp>
      <p:sp>
        <p:nvSpPr>
          <p:cNvPr id="76" name="TextBox 2"/>
          <p:cNvSpPr/>
          <p:nvPr/>
        </p:nvSpPr>
        <p:spPr>
          <a:xfrm>
            <a:off x="848880" y="1440000"/>
            <a:ext cx="7790760" cy="4607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gn="just" defTabSz="914400">
              <a:lnSpc>
                <a:spcPct val="150000"/>
              </a:lnSpc>
              <a:spcBef>
                <a:spcPts val="1191"/>
              </a:spcBef>
              <a:spcAft>
                <a:spcPts val="992"/>
              </a:spcAft>
              <a:buClr>
                <a:srgbClr val="000000"/>
              </a:buClr>
              <a:buFont typeface="Arial"/>
              <a:buChar char="•"/>
            </a:pPr>
            <a:r>
              <a:rPr lang="en-US" sz="2200" b="0" u="none" strike="noStrike">
                <a:solidFill>
                  <a:schemeClr val="dk1"/>
                </a:solidFill>
                <a:effectLst/>
                <a:uFillTx/>
                <a:latin typeface="Times New Roman"/>
                <a:ea typeface="Times New Roman"/>
              </a:rPr>
              <a:t>Most popular messaging apps (WhatsApp, Telegram, Signal, etc.) require an active internet connection and route messages through centralized servers.</a:t>
            </a:r>
            <a:r>
              <a:rPr lang="en-US" sz="1000" b="0" u="none" strike="noStrike">
                <a:solidFill>
                  <a:schemeClr val="dk1"/>
                </a:solidFill>
                <a:effectLst/>
                <a:uFillTx/>
                <a:latin typeface="Times New Roman"/>
                <a:ea typeface="Times New Roman"/>
              </a:rPr>
              <a:t> </a:t>
            </a:r>
            <a:endParaRPr lang="en-IN" sz="1000" b="0" u="none" strike="noStrike">
              <a:solidFill>
                <a:srgbClr val="000000"/>
              </a:solidFill>
              <a:effectLst/>
              <a:uFillTx/>
              <a:latin typeface="Arial"/>
            </a:endParaRPr>
          </a:p>
          <a:p>
            <a:pPr marL="285840" indent="-285840" defTabSz="914400">
              <a:lnSpc>
                <a:spcPct val="150000"/>
              </a:lnSpc>
              <a:spcBef>
                <a:spcPts val="1191"/>
              </a:spcBef>
              <a:spcAft>
                <a:spcPts val="992"/>
              </a:spcAft>
              <a:buClr>
                <a:srgbClr val="000000"/>
              </a:buClr>
              <a:buFont typeface="Arial"/>
              <a:buChar char="•"/>
            </a:pPr>
            <a:r>
              <a:rPr lang="en-US" sz="2200" b="0" u="none" strike="noStrike">
                <a:solidFill>
                  <a:schemeClr val="dk1"/>
                </a:solidFill>
                <a:effectLst/>
                <a:uFillTx/>
                <a:latin typeface="Times New Roman"/>
                <a:ea typeface="Times New Roman"/>
              </a:rPr>
              <a:t>Existing Bluetooth chat apps are typically limited to one-to-one, single-hop links and cannot relay messages beyond direct range.</a:t>
            </a:r>
            <a:endParaRPr lang="en-IN" sz="2200" b="0" u="none" strike="noStrike">
              <a:solidFill>
                <a:srgbClr val="000000"/>
              </a:solidFill>
              <a:effectLst/>
              <a:uFillTx/>
              <a:latin typeface="Arial"/>
            </a:endParaRPr>
          </a:p>
          <a:p>
            <a:pPr marL="285840" indent="-285840" defTabSz="914400">
              <a:lnSpc>
                <a:spcPct val="150000"/>
              </a:lnSpc>
              <a:spcBef>
                <a:spcPts val="1191"/>
              </a:spcBef>
              <a:spcAft>
                <a:spcPts val="992"/>
              </a:spcAft>
              <a:buClr>
                <a:srgbClr val="000000"/>
              </a:buClr>
              <a:buFont typeface="Arial"/>
              <a:buChar char="•"/>
            </a:pPr>
            <a:r>
              <a:rPr lang="en-US" sz="2200" b="0" u="none" strike="noStrike">
                <a:solidFill>
                  <a:schemeClr val="dk1"/>
                </a:solidFill>
                <a:effectLst/>
                <a:uFillTx/>
                <a:latin typeface="Times New Roman"/>
                <a:ea typeface="Times New Roman"/>
              </a:rPr>
              <a:t>Few systems combine mesh relaying, store-and-forward delivery, and encryption for reliable offline group communication.</a:t>
            </a:r>
            <a:endParaRPr lang="en-IN" sz="2200" b="0" u="none" strike="noStrike">
              <a:solidFill>
                <a:srgbClr val="000000"/>
              </a:solidFill>
              <a:effectLst/>
              <a:uFillTx/>
              <a:latin typeface="Arial"/>
            </a:endParaRPr>
          </a:p>
          <a:p>
            <a:pPr algn="just" defTabSz="914400">
              <a:lnSpc>
                <a:spcPct val="150000"/>
              </a:lnSpc>
              <a:spcBef>
                <a:spcPts val="99"/>
              </a:spcBef>
            </a:pPr>
            <a:endParaRPr lang="en-IN" sz="2200" b="0" u="none" strike="noStrike">
              <a:solidFill>
                <a:srgbClr val="000000"/>
              </a:solidFill>
              <a:effectLst/>
              <a:uFillTx/>
              <a:latin typeface="Arial"/>
            </a:endParaRPr>
          </a:p>
          <a:p>
            <a:pPr algn="just" defTabSz="914400">
              <a:lnSpc>
                <a:spcPct val="150000"/>
              </a:lnSpc>
              <a:spcBef>
                <a:spcPts val="99"/>
              </a:spcBef>
            </a:pPr>
            <a:endParaRPr lang="en-IN" sz="1400" b="0" u="none" strike="noStrike">
              <a:solidFill>
                <a:srgbClr val="000000"/>
              </a:solidFill>
              <a:effectLst/>
              <a:uFillTx/>
              <a:latin typeface="Arial"/>
            </a:endParaRPr>
          </a:p>
        </p:txBody>
      </p:sp>
      <p:sp>
        <p:nvSpPr>
          <p:cNvPr id="77" name="TextBox 74"/>
          <p:cNvSpPr/>
          <p:nvPr/>
        </p:nvSpPr>
        <p:spPr>
          <a:xfrm rot="16224000">
            <a:off x="-1604880" y="898560"/>
            <a:ext cx="4139640" cy="53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5"/>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79" name="Google Shape;103;g1f1002ff284_0_358"/>
          <p:cNvSpPr/>
          <p:nvPr/>
        </p:nvSpPr>
        <p:spPr>
          <a:xfrm>
            <a:off x="1080000" y="1800000"/>
            <a:ext cx="7881120" cy="335664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355680" indent="-343080" algn="just" defTabSz="914400">
              <a:lnSpc>
                <a:spcPct val="150000"/>
              </a:lnSpc>
              <a:spcBef>
                <a:spcPts val="1191"/>
              </a:spcBef>
              <a:spcAft>
                <a:spcPts val="992"/>
              </a:spcAft>
              <a:buClr>
                <a:srgbClr val="000000"/>
              </a:buClr>
              <a:buFont typeface="Times New Roman"/>
              <a:buChar char="•"/>
            </a:pPr>
            <a:r>
              <a:rPr lang="en-IN" sz="2200" b="0" u="none" strike="noStrike">
                <a:solidFill>
                  <a:schemeClr val="dk1"/>
                </a:solidFill>
                <a:effectLst/>
                <a:uFillTx/>
                <a:latin typeface="Times New Roman"/>
                <a:ea typeface="Times New Roman"/>
              </a:rPr>
              <a:t>Peer-to-peer messaging over BLE; each phone relays too.</a:t>
            </a:r>
            <a:endParaRPr lang="en-IN" sz="2200" b="0" u="none" strike="noStrike">
              <a:solidFill>
                <a:srgbClr val="000000"/>
              </a:solidFill>
              <a:effectLst/>
              <a:uFillTx/>
              <a:latin typeface="Arial"/>
            </a:endParaRPr>
          </a:p>
          <a:p>
            <a:pPr marL="355680" indent="-343080" defTabSz="914400">
              <a:lnSpc>
                <a:spcPct val="150000"/>
              </a:lnSpc>
              <a:spcBef>
                <a:spcPts val="1191"/>
              </a:spcBef>
              <a:spcAft>
                <a:spcPts val="992"/>
              </a:spcAft>
              <a:buClr>
                <a:srgbClr val="000000"/>
              </a:buClr>
              <a:buFont typeface="Times New Roman"/>
              <a:buChar char="•"/>
            </a:pPr>
            <a:r>
              <a:rPr lang="en-US" sz="2200" b="0" u="none" strike="noStrike">
                <a:solidFill>
                  <a:schemeClr val="dk1"/>
                </a:solidFill>
                <a:effectLst/>
                <a:uFillTx/>
                <a:latin typeface="Times New Roman"/>
                <a:ea typeface="Times New Roman"/>
              </a:rPr>
              <a:t>Mesh relaying extends range well beyond direct Bluetooth.</a:t>
            </a:r>
            <a:endParaRPr lang="en-IN" sz="2200" b="0" u="none" strike="noStrike">
              <a:solidFill>
                <a:srgbClr val="000000"/>
              </a:solidFill>
              <a:effectLst/>
              <a:uFillTx/>
              <a:latin typeface="Arial"/>
            </a:endParaRPr>
          </a:p>
          <a:p>
            <a:pPr marL="355680" indent="-343080" algn="just" defTabSz="914400">
              <a:lnSpc>
                <a:spcPct val="150000"/>
              </a:lnSpc>
              <a:spcBef>
                <a:spcPts val="1191"/>
              </a:spcBef>
              <a:spcAft>
                <a:spcPts val="992"/>
              </a:spcAft>
              <a:buClr>
                <a:srgbClr val="000000"/>
              </a:buClr>
              <a:buFont typeface="Times New Roman"/>
              <a:buChar char="•"/>
            </a:pPr>
            <a:r>
              <a:rPr lang="en-US" sz="2200" b="0" u="none" strike="noStrike">
                <a:solidFill>
                  <a:schemeClr val="dk1"/>
                </a:solidFill>
                <a:effectLst/>
                <a:uFillTx/>
                <a:latin typeface="Times New Roman"/>
                <a:ea typeface="Times New Roman"/>
              </a:rPr>
              <a:t>Encrypted chat with TTL-limited relay to avoid duplicates.</a:t>
            </a:r>
            <a:endParaRPr lang="en-IN" sz="2200" b="0" u="none" strike="noStrike">
              <a:solidFill>
                <a:srgbClr val="000000"/>
              </a:solidFill>
              <a:effectLst/>
              <a:uFillTx/>
              <a:latin typeface="Arial"/>
            </a:endParaRPr>
          </a:p>
          <a:p>
            <a:pPr marL="355680" indent="-343080" defTabSz="914400">
              <a:lnSpc>
                <a:spcPct val="150000"/>
              </a:lnSpc>
              <a:spcBef>
                <a:spcPts val="1191"/>
              </a:spcBef>
              <a:spcAft>
                <a:spcPts val="992"/>
              </a:spcAft>
              <a:buClr>
                <a:srgbClr val="000000"/>
              </a:buClr>
              <a:buFont typeface="Times New Roman"/>
              <a:buChar char="•"/>
            </a:pPr>
            <a:r>
              <a:rPr lang="en-US" sz="2200" b="0" u="none" strike="noStrike">
                <a:solidFill>
                  <a:schemeClr val="dk1"/>
                </a:solidFill>
                <a:effectLst/>
                <a:uFillTx/>
                <a:latin typeface="Times New Roman"/>
                <a:ea typeface="Times New Roman"/>
              </a:rPr>
              <a:t>Auto device discovery with store-and-forward delivery.</a:t>
            </a:r>
            <a:endParaRPr lang="en-IN" sz="2200" b="0" u="none" strike="noStrike">
              <a:solidFill>
                <a:srgbClr val="000000"/>
              </a:solidFill>
              <a:effectLst/>
              <a:uFillTx/>
              <a:latin typeface="Arial"/>
            </a:endParaRPr>
          </a:p>
        </p:txBody>
      </p:sp>
      <p:sp>
        <p:nvSpPr>
          <p:cNvPr id="80" name="PlaceHolder 1"/>
          <p:cNvSpPr>
            <a:spLocks noGrp="1"/>
          </p:cNvSpPr>
          <p:nvPr>
            <p:ph type="sldNum" idx="31"/>
          </p:nvPr>
        </p:nvSpPr>
        <p:spPr>
          <a:xfrm>
            <a:off x="8751240" y="6450480"/>
            <a:ext cx="32904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CD3E2E20-C6B2-498F-84D5-D902DF3B312D}" type="slidenum">
              <a:rPr lang="en-US" sz="1800" b="1" u="none" strike="noStrike">
                <a:solidFill>
                  <a:schemeClr val="lt1"/>
                </a:solidFill>
                <a:effectLst/>
                <a:uFillTx/>
                <a:latin typeface="Arial"/>
                <a:ea typeface="Arial"/>
              </a:rPr>
              <a:t>7</a:t>
            </a:fld>
            <a:endParaRPr lang="en-IN" sz="1800" b="0" u="none" strike="noStrike">
              <a:solidFill>
                <a:srgbClr val="000000"/>
              </a:solidFill>
              <a:effectLst/>
              <a:uFillTx/>
              <a:latin typeface="Times New Roman"/>
            </a:endParaRPr>
          </a:p>
        </p:txBody>
      </p:sp>
      <p:sp>
        <p:nvSpPr>
          <p:cNvPr id="81" name="PlaceHolder 2"/>
          <p:cNvSpPr>
            <a:spLocks noGrp="1"/>
          </p:cNvSpPr>
          <p:nvPr>
            <p:ph type="title"/>
          </p:nvPr>
        </p:nvSpPr>
        <p:spPr>
          <a:xfrm>
            <a:off x="1645920" y="500400"/>
            <a:ext cx="5853960" cy="616320"/>
          </a:xfrm>
          <a:prstGeom prst="rect">
            <a:avLst/>
          </a:prstGeom>
          <a:noFill/>
          <a:ln w="0">
            <a:noFill/>
          </a:ln>
        </p:spPr>
        <p:txBody>
          <a:bodyPr lIns="0" tIns="12600" rIns="0" bIns="0" anchor="t">
            <a:spAutoFit/>
          </a:bodyPr>
          <a:lstStyle/>
          <a:p>
            <a:pPr marL="12600" indent="0" algn="ctr" defTabSz="914400">
              <a:lnSpc>
                <a:spcPct val="100000"/>
              </a:lnSpc>
              <a:buNone/>
              <a:tabLst>
                <a:tab pos="0" algn="l"/>
              </a:tabLst>
            </a:pPr>
            <a:r>
              <a:rPr lang="en-US" sz="3200" b="1" u="sng" strike="noStrike">
                <a:solidFill>
                  <a:schemeClr val="dk1"/>
                </a:solidFill>
                <a:effectLst/>
                <a:uFillTx/>
                <a:latin typeface="Times New Roman"/>
                <a:ea typeface="Times New Roman"/>
              </a:rPr>
              <a:t>PROPOSED SYSTEM</a:t>
            </a:r>
            <a:endParaRPr lang="en-US" sz="3200" b="0" u="none" strike="noStrike">
              <a:solidFill>
                <a:schemeClr val="dk1"/>
              </a:solidFill>
              <a:effectLst/>
              <a:uFillTx/>
              <a:latin typeface="Arial"/>
            </a:endParaRPr>
          </a:p>
        </p:txBody>
      </p:sp>
      <p:sp>
        <p:nvSpPr>
          <p:cNvPr id="82" name="Google Shape;106;g1f1002ff284_0_358"/>
          <p:cNvSpPr/>
          <p:nvPr/>
        </p:nvSpPr>
        <p:spPr>
          <a:xfrm>
            <a:off x="6642720" y="6448320"/>
            <a:ext cx="1921680" cy="24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defTabSz="914400">
              <a:lnSpc>
                <a:spcPct val="101000"/>
              </a:lnSpc>
              <a:tabLst>
                <a:tab pos="0" algn="l"/>
              </a:tabLst>
            </a:pPr>
            <a:r>
              <a:rPr lang="en-US" sz="1600" b="0" u="none" strike="noStrike">
                <a:solidFill>
                  <a:schemeClr val="dk1"/>
                </a:solidFill>
                <a:effectLst/>
                <a:uFillTx/>
                <a:latin typeface="Times New Roman"/>
                <a:ea typeface="Times New Roman"/>
              </a:rPr>
              <a:t>Project Phase1</a:t>
            </a:r>
            <a:endParaRPr lang="en-IN" sz="1600" b="0" u="none" strike="noStrike">
              <a:solidFill>
                <a:srgbClr val="000000"/>
              </a:solidFill>
              <a:effectLst/>
              <a:uFillTx/>
              <a:latin typeface="Arial"/>
            </a:endParaRPr>
          </a:p>
        </p:txBody>
      </p:sp>
      <p:sp>
        <p:nvSpPr>
          <p:cNvPr id="83" name="PlaceHolder 3"/>
          <p:cNvSpPr>
            <a:spLocks noGrp="1"/>
          </p:cNvSpPr>
          <p:nvPr>
            <p:ph type="ftr" idx="32"/>
          </p:nvPr>
        </p:nvSpPr>
        <p:spPr>
          <a:xfrm>
            <a:off x="231120" y="6448320"/>
            <a:ext cx="2501280" cy="246960"/>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a:solidFill>
                  <a:srgbClr val="404040"/>
                </a:solidFill>
                <a:effectLst/>
                <a:uFillTx/>
                <a:latin typeface="Times New Roman"/>
                <a:ea typeface="Times New Roman"/>
              </a:rPr>
              <a:t>S7 B.Tech, 2023 Batch</a:t>
            </a:r>
            <a:endParaRPr lang="en-IN" sz="1600" b="0" u="none" strike="noStrike">
              <a:solidFill>
                <a:srgbClr val="000000"/>
              </a:solidFill>
              <a:effectLst/>
              <a:uFillTx/>
              <a:latin typeface="Times New Roman"/>
            </a:endParaRPr>
          </a:p>
        </p:txBody>
      </p:sp>
      <p:sp>
        <p:nvSpPr>
          <p:cNvPr id="84" name="TextBox 81"/>
          <p:cNvSpPr/>
          <p:nvPr/>
        </p:nvSpPr>
        <p:spPr>
          <a:xfrm rot="16190400">
            <a:off x="-1875600" y="649080"/>
            <a:ext cx="4679640" cy="53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82"/>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86" name="PlaceHolder 1"/>
          <p:cNvSpPr>
            <a:spLocks noGrp="1"/>
          </p:cNvSpPr>
          <p:nvPr>
            <p:ph type="title"/>
          </p:nvPr>
        </p:nvSpPr>
        <p:spPr>
          <a:xfrm>
            <a:off x="1161720" y="334080"/>
            <a:ext cx="6819840" cy="603720"/>
          </a:xfrm>
          <a:prstGeom prst="rect">
            <a:avLst/>
          </a:prstGeom>
          <a:noFill/>
          <a:ln w="0">
            <a:noFill/>
          </a:ln>
        </p:spPr>
        <p:txBody>
          <a:bodyPr lIns="0" tIns="0" rIns="0" bIns="0" anchor="ctr" anchorCtr="1">
            <a:spAutoFit/>
          </a:bodyPr>
          <a:lstStyle/>
          <a:p>
            <a:pPr indent="0" algn="ctr" defTabSz="914400">
              <a:lnSpc>
                <a:spcPct val="90000"/>
              </a:lnSpc>
              <a:buNone/>
              <a:tabLst>
                <a:tab pos="0" algn="l"/>
              </a:tabLst>
            </a:pPr>
            <a:r>
              <a:rPr lang="en-IN" sz="3200" b="1" u="sng" strike="noStrike">
                <a:solidFill>
                  <a:srgbClr val="000000"/>
                </a:solidFill>
                <a:effectLst/>
                <a:uFillTx/>
                <a:latin typeface="Times New Roman"/>
              </a:rPr>
              <a:t>SCOPE OF THE PROJECT</a:t>
            </a:r>
            <a:endParaRPr lang="en-US" sz="3200" b="0" u="none" strike="noStrike">
              <a:solidFill>
                <a:schemeClr val="dk1"/>
              </a:solidFill>
              <a:effectLst/>
              <a:uFillTx/>
              <a:latin typeface="Arial"/>
            </a:endParaRPr>
          </a:p>
        </p:txBody>
      </p:sp>
      <p:sp>
        <p:nvSpPr>
          <p:cNvPr id="87" name="TextBox 84"/>
          <p:cNvSpPr/>
          <p:nvPr/>
        </p:nvSpPr>
        <p:spPr>
          <a:xfrm rot="16216800">
            <a:off x="-2146320" y="2520"/>
            <a:ext cx="5579640" cy="89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
        <p:nvSpPr>
          <p:cNvPr id="88" name="TextBox 85"/>
          <p:cNvSpPr/>
          <p:nvPr/>
        </p:nvSpPr>
        <p:spPr>
          <a:xfrm>
            <a:off x="1260000" y="1620000"/>
            <a:ext cx="7559640" cy="503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defTabSz="914400">
              <a:lnSpc>
                <a:spcPct val="100000"/>
              </a:lnSpc>
              <a:spcBef>
                <a:spcPts val="1191"/>
              </a:spcBef>
              <a:spcAft>
                <a:spcPts val="992"/>
              </a:spcAft>
              <a:buClr>
                <a:srgbClr val="000000"/>
              </a:buClr>
              <a:buSzPct val="45000"/>
              <a:buFont typeface="Wingdings" charset="2"/>
              <a:buChar char=""/>
            </a:pPr>
            <a:r>
              <a:rPr lang="en-IN" sz="2200" b="0" u="none" strike="noStrike">
                <a:solidFill>
                  <a:srgbClr val="000000"/>
                </a:solidFill>
                <a:effectLst/>
                <a:uFillTx/>
                <a:latin typeface="Times New Roman"/>
              </a:rPr>
              <a:t>Enable secure one-to-one and group messaging between nearby Android phones, with no internet or cellular link.</a:t>
            </a:r>
            <a:endParaRPr lang="en-IN" sz="22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IN" sz="2200" b="0" u="none" strike="noStrike">
                <a:solidFill>
                  <a:srgbClr val="000000"/>
                </a:solidFill>
                <a:effectLst/>
                <a:uFillTx/>
                <a:latin typeface="Times New Roman"/>
              </a:rPr>
              <a:t>Implement TTL-limited mesh relaying with unique message IDs to extend range and avoid duplicates.</a:t>
            </a:r>
            <a:endParaRPr lang="en-IN" sz="22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IN" sz="2200" b="0" u="none" strike="noStrike">
                <a:solidFill>
                  <a:srgbClr val="000000"/>
                </a:solidFill>
                <a:effectLst/>
                <a:uFillTx/>
                <a:latin typeface="Times New Roman"/>
              </a:rPr>
              <a:t>Provide device discovery, store-and-forward delivery, and end-to-end encryption.</a:t>
            </a:r>
            <a:endParaRPr lang="en-IN" sz="22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IN" sz="2200" b="0" u="none" strike="noStrike">
                <a:solidFill>
                  <a:srgbClr val="000000"/>
                </a:solidFill>
                <a:effectLst/>
                <a:uFillTx/>
                <a:latin typeface="Times New Roman"/>
              </a:rPr>
              <a:t>Target disaster response, remote locations, public events, and outdoor expeditions.</a:t>
            </a:r>
            <a:endParaRPr lang="en-IN" sz="2200" b="0" u="none" strike="noStrike">
              <a:solidFill>
                <a:srgbClr val="000000"/>
              </a:solidFill>
              <a:effectLst/>
              <a:uFillTx/>
              <a:latin typeface="Arial"/>
            </a:endParaRPr>
          </a:p>
          <a:p>
            <a:pPr marL="216000" indent="-216000" defTabSz="914400">
              <a:lnSpc>
                <a:spcPct val="100000"/>
              </a:lnSpc>
              <a:spcBef>
                <a:spcPts val="1191"/>
              </a:spcBef>
              <a:spcAft>
                <a:spcPts val="992"/>
              </a:spcAft>
              <a:buClr>
                <a:srgbClr val="000000"/>
              </a:buClr>
              <a:buSzPct val="45000"/>
              <a:buFont typeface="Wingdings" charset="2"/>
              <a:buChar char=""/>
            </a:pPr>
            <a:r>
              <a:rPr lang="en-IN" sz="2200" b="0" u="none" strike="noStrike">
                <a:solidFill>
                  <a:srgbClr val="000000"/>
                </a:solidFill>
                <a:effectLst/>
                <a:uFillTx/>
                <a:latin typeface="Times New Roman"/>
              </a:rPr>
              <a:t>Lay groundwork for future multimedia transfer, better routing, and cross-platform support.</a:t>
            </a:r>
            <a:endParaRPr lang="en-IN" sz="2200" b="0" u="none" strike="noStrike">
              <a:solidFill>
                <a:srgbClr val="000000"/>
              </a:solidFill>
              <a:effectLst/>
              <a:uFillTx/>
              <a:latin typeface="Arial"/>
            </a:endParaRPr>
          </a:p>
        </p:txBody>
      </p:sp>
      <p:sp>
        <p:nvSpPr>
          <p:cNvPr id="89" name="TextBox 1"/>
          <p:cNvSpPr/>
          <p:nvPr/>
        </p:nvSpPr>
        <p:spPr>
          <a:xfrm>
            <a:off x="288720" y="6383160"/>
            <a:ext cx="2528640" cy="33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12600" algn="ctr" defTabSz="914400">
              <a:lnSpc>
                <a:spcPct val="101000"/>
              </a:lnSpc>
              <a:tabLst>
                <a:tab pos="0" algn="l"/>
              </a:tabLst>
            </a:pPr>
            <a:r>
              <a:rPr lang="en-US" sz="1600" b="0" u="none" strike="noStrike">
                <a:solidFill>
                  <a:schemeClr val="dk1"/>
                </a:solidFill>
                <a:effectLst/>
                <a:uFillTx/>
                <a:latin typeface="Times New Roman"/>
                <a:ea typeface="Times New Roman"/>
              </a:rPr>
              <a:t>S7 B.Tech, 2023 Batch</a:t>
            </a:r>
            <a:endParaRPr lang="en-IN" sz="1600" b="0" u="none" strike="noStrike">
              <a:solidFill>
                <a:srgbClr val="000000"/>
              </a:solidFill>
              <a:effectLst/>
              <a:uFillTx/>
              <a:latin typeface="Arial"/>
            </a:endParaRPr>
          </a:p>
        </p:txBody>
      </p:sp>
      <p:sp>
        <p:nvSpPr>
          <p:cNvPr id="90" name="TextBox 2"/>
          <p:cNvSpPr/>
          <p:nvPr/>
        </p:nvSpPr>
        <p:spPr>
          <a:xfrm flipH="1">
            <a:off x="6127560" y="6383160"/>
            <a:ext cx="2489400" cy="33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12600" defTabSz="914400">
              <a:lnSpc>
                <a:spcPct val="101000"/>
              </a:lnSpc>
              <a:tabLst>
                <a:tab pos="0" algn="l"/>
              </a:tabLst>
            </a:pPr>
            <a:r>
              <a:rPr lang="en-US" sz="1600" b="0" u="none" strike="noStrike">
                <a:solidFill>
                  <a:schemeClr val="dk1"/>
                </a:solidFill>
                <a:effectLst/>
                <a:uFillTx/>
                <a:latin typeface="Times New Roman"/>
                <a:ea typeface="Times New Roman"/>
              </a:rPr>
              <a:t>Project Phase1</a:t>
            </a:r>
            <a:endParaRPr lang="en-IN" sz="1600" b="0" u="none" strike="noStrike">
              <a:solidFill>
                <a:srgbClr val="000000"/>
              </a:solidFill>
              <a:effectLst/>
              <a:uFillTx/>
              <a:latin typeface="Arial"/>
            </a:endParaRPr>
          </a:p>
        </p:txBody>
      </p:sp>
      <p:sp>
        <p:nvSpPr>
          <p:cNvPr id="91" name="TextBox 4"/>
          <p:cNvSpPr/>
          <p:nvPr/>
        </p:nvSpPr>
        <p:spPr>
          <a:xfrm>
            <a:off x="8714520" y="6420600"/>
            <a:ext cx="429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1" u="none" strike="noStrike">
                <a:solidFill>
                  <a:schemeClr val="lt1"/>
                </a:solidFill>
                <a:effectLst/>
                <a:uFillTx/>
                <a:latin typeface="Arial"/>
              </a:rPr>
              <a:t>8</a:t>
            </a:r>
            <a:endParaRPr lang="en-IN" sz="1800" b="0" u="none" strike="noStrike">
              <a:solidFill>
                <a:srgbClr val="000000"/>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angle 86"/>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93" name="PlaceHolder 1"/>
          <p:cNvSpPr>
            <a:spLocks noGrp="1"/>
          </p:cNvSpPr>
          <p:nvPr>
            <p:ph type="title"/>
          </p:nvPr>
        </p:nvSpPr>
        <p:spPr>
          <a:xfrm>
            <a:off x="2856600" y="482760"/>
            <a:ext cx="3429360" cy="1219680"/>
          </a:xfrm>
          <a:prstGeom prst="rect">
            <a:avLst/>
          </a:prstGeom>
          <a:noFill/>
          <a:ln w="0">
            <a:noFill/>
          </a:ln>
        </p:spPr>
        <p:txBody>
          <a:bodyPr lIns="0" tIns="12600" rIns="0" bIns="0" anchor="t">
            <a:spAutoFit/>
          </a:bodyPr>
          <a:lstStyle/>
          <a:p>
            <a:pPr marL="12600" indent="0" algn="ctr" defTabSz="914400">
              <a:lnSpc>
                <a:spcPct val="100000"/>
              </a:lnSpc>
              <a:buNone/>
              <a:tabLst>
                <a:tab pos="0" algn="l"/>
              </a:tabLst>
            </a:pPr>
            <a:r>
              <a:rPr lang="en-US" sz="3200" b="1" u="sng" strike="noStrike">
                <a:solidFill>
                  <a:schemeClr val="dk1"/>
                </a:solidFill>
                <a:effectLst/>
                <a:uFillTx/>
                <a:latin typeface="Times New Roman"/>
                <a:ea typeface="Times New Roman"/>
              </a:rPr>
              <a:t>CONCLUSION</a:t>
            </a:r>
            <a:endParaRPr lang="en-US" sz="3200" b="0" u="none" strike="noStrike">
              <a:solidFill>
                <a:schemeClr val="dk1"/>
              </a:solidFill>
              <a:effectLst/>
              <a:uFillTx/>
              <a:latin typeface="Arial"/>
            </a:endParaRPr>
          </a:p>
        </p:txBody>
      </p:sp>
      <p:sp>
        <p:nvSpPr>
          <p:cNvPr id="94" name="Google Shape;113;p9"/>
          <p:cNvSpPr/>
          <p:nvPr/>
        </p:nvSpPr>
        <p:spPr>
          <a:xfrm>
            <a:off x="720000" y="1260000"/>
            <a:ext cx="8099640" cy="4864320"/>
          </a:xfrm>
          <a:prstGeom prst="rect">
            <a:avLst/>
          </a:prstGeom>
          <a:noFill/>
          <a:ln w="0">
            <a:noFill/>
          </a:ln>
        </p:spPr>
        <p:style>
          <a:lnRef idx="0">
            <a:scrgbClr r="0" g="0" b="0"/>
          </a:lnRef>
          <a:fillRef idx="0">
            <a:scrgbClr r="0" g="0" b="0"/>
          </a:fillRef>
          <a:effectRef idx="0">
            <a:scrgbClr r="0" g="0" b="0"/>
          </a:effectRef>
          <a:fontRef idx="minor"/>
        </p:style>
        <p:txBody>
          <a:bodyPr lIns="0" tIns="12600" rIns="0" bIns="0" anchor="t">
            <a:spAutoFit/>
          </a:bodyPr>
          <a:lstStyle/>
          <a:p>
            <a:pPr marL="355680" indent="-343080" algn="just" defTabSz="914400">
              <a:lnSpc>
                <a:spcPct val="150000"/>
              </a:lnSpc>
              <a:spcBef>
                <a:spcPts val="1191"/>
              </a:spcBef>
              <a:spcAft>
                <a:spcPts val="992"/>
              </a:spcAft>
              <a:buClr>
                <a:srgbClr val="000000"/>
              </a:buClr>
              <a:buFont typeface="Times New Roman"/>
              <a:buChar char="•"/>
            </a:pPr>
            <a:r>
              <a:rPr lang="en-IN" sz="2200" b="0" u="none" strike="noStrike">
                <a:solidFill>
                  <a:schemeClr val="dk1"/>
                </a:solidFill>
                <a:effectLst/>
                <a:uFillTx/>
                <a:latin typeface="Times New Roman"/>
                <a:ea typeface="Times New Roman"/>
              </a:rPr>
              <a:t>The Bluetooth Mesh Chat Application offers a reliable, secure, and infrastructure-independent messaging solution.</a:t>
            </a:r>
            <a:endParaRPr lang="en-IN" sz="2200" b="0" u="none" strike="noStrike">
              <a:solidFill>
                <a:srgbClr val="000000"/>
              </a:solidFill>
              <a:effectLst/>
              <a:uFillTx/>
              <a:latin typeface="Arial"/>
            </a:endParaRPr>
          </a:p>
          <a:p>
            <a:pPr marL="355680" indent="-343080" algn="just" defTabSz="914400">
              <a:lnSpc>
                <a:spcPct val="150000"/>
              </a:lnSpc>
              <a:spcBef>
                <a:spcPts val="1191"/>
              </a:spcBef>
              <a:spcAft>
                <a:spcPts val="992"/>
              </a:spcAft>
              <a:buClr>
                <a:srgbClr val="000000"/>
              </a:buClr>
              <a:buFont typeface="Times New Roman"/>
              <a:buChar char="•"/>
            </a:pPr>
            <a:r>
              <a:rPr lang="en-IN" sz="2200" b="0" u="none" strike="noStrike">
                <a:solidFill>
                  <a:schemeClr val="dk1"/>
                </a:solidFill>
                <a:effectLst/>
                <a:uFillTx/>
                <a:latin typeface="Times New Roman"/>
                <a:ea typeface="Times New Roman"/>
              </a:rPr>
              <a:t>BLE mesh relaying extends communication well beyond normal Bluetooth range.</a:t>
            </a:r>
            <a:endParaRPr lang="en-IN" sz="2200" b="0" u="none" strike="noStrike">
              <a:solidFill>
                <a:srgbClr val="000000"/>
              </a:solidFill>
              <a:effectLst/>
              <a:uFillTx/>
              <a:latin typeface="Arial"/>
            </a:endParaRPr>
          </a:p>
          <a:p>
            <a:pPr marL="355680" indent="-343080" defTabSz="914400">
              <a:lnSpc>
                <a:spcPct val="150000"/>
              </a:lnSpc>
              <a:spcBef>
                <a:spcPts val="1191"/>
              </a:spcBef>
              <a:spcAft>
                <a:spcPts val="992"/>
              </a:spcAft>
              <a:buClr>
                <a:srgbClr val="000000"/>
              </a:buClr>
              <a:buFont typeface="Times New Roman"/>
              <a:buChar char="•"/>
            </a:pPr>
            <a:r>
              <a:rPr lang="en-IN" sz="2200" b="0" u="none" strike="noStrike">
                <a:solidFill>
                  <a:schemeClr val="dk1"/>
                </a:solidFill>
                <a:effectLst/>
                <a:uFillTx/>
                <a:latin typeface="Times New Roman"/>
                <a:ea typeface="Times New Roman"/>
              </a:rPr>
              <a:t>Encryption, unique message IDs, and TTL-based relaying ensure private, duplicate-free delivery.</a:t>
            </a:r>
            <a:endParaRPr lang="en-IN" sz="2200" b="0" u="none" strike="noStrike">
              <a:solidFill>
                <a:srgbClr val="000000"/>
              </a:solidFill>
              <a:effectLst/>
              <a:uFillTx/>
              <a:latin typeface="Arial"/>
            </a:endParaRPr>
          </a:p>
          <a:p>
            <a:pPr marL="355680" indent="-343080" defTabSz="914400">
              <a:lnSpc>
                <a:spcPct val="150000"/>
              </a:lnSpc>
              <a:spcBef>
                <a:spcPts val="1191"/>
              </a:spcBef>
              <a:spcAft>
                <a:spcPts val="992"/>
              </a:spcAft>
              <a:buClr>
                <a:srgbClr val="000000"/>
              </a:buClr>
              <a:buFont typeface="Times New Roman"/>
              <a:buChar char="•"/>
            </a:pPr>
            <a:r>
              <a:rPr lang="en-IN" sz="2200" b="0" u="none" strike="noStrike">
                <a:solidFill>
                  <a:schemeClr val="dk1"/>
                </a:solidFill>
                <a:effectLst/>
                <a:uFillTx/>
                <a:latin typeface="Times New Roman"/>
                <a:ea typeface="Times New Roman"/>
              </a:rPr>
              <a:t>It suits emergency response, community networking, and offline collaboration, with room for future enhancements.</a:t>
            </a:r>
            <a:endParaRPr lang="en-IN" sz="2200" b="0" u="none" strike="noStrike">
              <a:solidFill>
                <a:srgbClr val="000000"/>
              </a:solidFill>
              <a:effectLst/>
              <a:uFillTx/>
              <a:latin typeface="Arial"/>
            </a:endParaRPr>
          </a:p>
        </p:txBody>
      </p:sp>
      <p:sp>
        <p:nvSpPr>
          <p:cNvPr id="95" name="PlaceHolder 2"/>
          <p:cNvSpPr>
            <a:spLocks noGrp="1"/>
          </p:cNvSpPr>
          <p:nvPr>
            <p:ph type="sldNum" idx="33"/>
          </p:nvPr>
        </p:nvSpPr>
        <p:spPr>
          <a:xfrm>
            <a:off x="8751240" y="6450480"/>
            <a:ext cx="32904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2E4E05DA-9691-4425-B3F6-A7049398349B}" type="slidenum">
              <a:rPr lang="en-US" sz="1800" b="1" u="none" strike="noStrike">
                <a:solidFill>
                  <a:schemeClr val="lt1"/>
                </a:solidFill>
                <a:effectLst/>
                <a:uFillTx/>
                <a:latin typeface="Arial"/>
                <a:ea typeface="Arial"/>
              </a:rPr>
              <a:t>9</a:t>
            </a:fld>
            <a:endParaRPr lang="en-IN" sz="1800" b="0" u="none" strike="noStrike">
              <a:solidFill>
                <a:srgbClr val="000000"/>
              </a:solidFill>
              <a:effectLst/>
              <a:uFillTx/>
              <a:latin typeface="Times New Roman"/>
            </a:endParaRPr>
          </a:p>
        </p:txBody>
      </p:sp>
      <p:sp>
        <p:nvSpPr>
          <p:cNvPr id="96" name="Google Shape;115;p9"/>
          <p:cNvSpPr/>
          <p:nvPr/>
        </p:nvSpPr>
        <p:spPr>
          <a:xfrm>
            <a:off x="6642720" y="6448320"/>
            <a:ext cx="1921680" cy="24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defTabSz="914400">
              <a:lnSpc>
                <a:spcPct val="101000"/>
              </a:lnSpc>
              <a:tabLst>
                <a:tab pos="0" algn="l"/>
              </a:tabLst>
            </a:pPr>
            <a:r>
              <a:rPr lang="en-US" sz="1600" b="0" u="none" strike="noStrike">
                <a:solidFill>
                  <a:schemeClr val="dk1"/>
                </a:solidFill>
                <a:effectLst/>
                <a:uFillTx/>
                <a:latin typeface="Times New Roman"/>
                <a:ea typeface="Times New Roman"/>
              </a:rPr>
              <a:t>Project Phase1</a:t>
            </a:r>
            <a:endParaRPr lang="en-IN" sz="1600" b="0" u="none" strike="noStrike">
              <a:solidFill>
                <a:srgbClr val="000000"/>
              </a:solidFill>
              <a:effectLst/>
              <a:uFillTx/>
              <a:latin typeface="Arial"/>
            </a:endParaRPr>
          </a:p>
        </p:txBody>
      </p:sp>
      <p:sp>
        <p:nvSpPr>
          <p:cNvPr id="97" name="PlaceHolder 3"/>
          <p:cNvSpPr>
            <a:spLocks noGrp="1"/>
          </p:cNvSpPr>
          <p:nvPr>
            <p:ph type="ftr" idx="34"/>
          </p:nvPr>
        </p:nvSpPr>
        <p:spPr>
          <a:xfrm>
            <a:off x="231120" y="6448320"/>
            <a:ext cx="2501280" cy="246960"/>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a:solidFill>
                  <a:srgbClr val="404040"/>
                </a:solidFill>
                <a:effectLst/>
                <a:uFillTx/>
                <a:latin typeface="Times New Roman"/>
                <a:ea typeface="Times New Roman"/>
              </a:rPr>
              <a:t>S7 B.Tech, 2023 Batch</a:t>
            </a:r>
            <a:endParaRPr lang="en-IN" sz="1600" b="0" u="none" strike="noStrike">
              <a:solidFill>
                <a:srgbClr val="000000"/>
              </a:solidFill>
              <a:effectLst/>
              <a:uFillTx/>
              <a:latin typeface="Times New Roman"/>
            </a:endParaRPr>
          </a:p>
        </p:txBody>
      </p:sp>
      <p:sp>
        <p:nvSpPr>
          <p:cNvPr id="98" name="TextBox 92"/>
          <p:cNvSpPr/>
          <p:nvPr/>
        </p:nvSpPr>
        <p:spPr>
          <a:xfrm rot="16195200">
            <a:off x="-1493280" y="797040"/>
            <a:ext cx="4139640" cy="71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Rectangle 93"/>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100" name="PlaceHolder 1"/>
          <p:cNvSpPr>
            <a:spLocks noGrp="1"/>
          </p:cNvSpPr>
          <p:nvPr>
            <p:ph type="title"/>
          </p:nvPr>
        </p:nvSpPr>
        <p:spPr>
          <a:xfrm>
            <a:off x="3124440" y="452160"/>
            <a:ext cx="3152880" cy="1219680"/>
          </a:xfrm>
          <a:prstGeom prst="rect">
            <a:avLst/>
          </a:prstGeom>
          <a:noFill/>
          <a:ln w="0">
            <a:noFill/>
          </a:ln>
        </p:spPr>
        <p:txBody>
          <a:bodyPr lIns="0" tIns="12600" rIns="0" bIns="0" anchor="t">
            <a:spAutoFit/>
          </a:bodyPr>
          <a:lstStyle/>
          <a:p>
            <a:pPr marL="12600" indent="0" algn="l" defTabSz="914400">
              <a:lnSpc>
                <a:spcPct val="100000"/>
              </a:lnSpc>
              <a:buNone/>
              <a:tabLst>
                <a:tab pos="0" algn="l"/>
              </a:tabLst>
            </a:pPr>
            <a:r>
              <a:rPr lang="en-US" sz="3200" b="1" u="sng" strike="noStrike">
                <a:solidFill>
                  <a:schemeClr val="dk1"/>
                </a:solidFill>
                <a:effectLst/>
                <a:uFillTx/>
                <a:latin typeface="Times New Roman"/>
                <a:ea typeface="Times New Roman"/>
              </a:rPr>
              <a:t>REFERENCES</a:t>
            </a:r>
            <a:endParaRPr lang="en-US" sz="3200" b="0" u="none" strike="noStrike">
              <a:solidFill>
                <a:schemeClr val="dk1"/>
              </a:solidFill>
              <a:effectLst/>
              <a:uFillTx/>
              <a:latin typeface="Arial"/>
            </a:endParaRPr>
          </a:p>
        </p:txBody>
      </p:sp>
      <p:sp>
        <p:nvSpPr>
          <p:cNvPr id="101" name="Google Shape;122;p10"/>
          <p:cNvSpPr/>
          <p:nvPr/>
        </p:nvSpPr>
        <p:spPr>
          <a:xfrm>
            <a:off x="604800" y="1440000"/>
            <a:ext cx="8306640" cy="479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just" defTabSz="914400">
              <a:lnSpc>
                <a:spcPct val="150000"/>
              </a:lnSpc>
              <a:tabLst>
                <a:tab pos="0" algn="l"/>
              </a:tabLst>
            </a:pPr>
            <a:r>
              <a:rPr lang="en-US" sz="2200" b="0" u="none" strike="noStrike">
                <a:solidFill>
                  <a:schemeClr val="dk1"/>
                </a:solidFill>
                <a:effectLst/>
                <a:uFillTx/>
                <a:latin typeface="Times New Roman"/>
                <a:ea typeface="Times New Roman"/>
              </a:rPr>
              <a:t>[1]</a:t>
            </a:r>
            <a:r>
              <a:rPr lang="en-IN" sz="2200" b="0" u="none" strike="noStrike">
                <a:solidFill>
                  <a:srgbClr val="222222"/>
                </a:solidFill>
                <a:effectLst/>
                <a:uFillTx/>
                <a:latin typeface="Arial"/>
                <a:ea typeface="Arial"/>
              </a:rPr>
              <a:t>.</a:t>
            </a:r>
            <a:r>
              <a:rPr lang="en-US" sz="2200" b="0" u="none" strike="noStrike">
                <a:solidFill>
                  <a:schemeClr val="dk1"/>
                </a:solidFill>
                <a:effectLst/>
                <a:uFillTx/>
                <a:latin typeface="Times New Roman"/>
                <a:ea typeface="Times New Roman"/>
              </a:rPr>
              <a:t> Bluetooth SIG, “Bluetooth Mesh Networking — Technical Overview,” Bluetooth Special Interest Group, 2023.</a:t>
            </a:r>
            <a:endParaRPr lang="en-IN" sz="2200" b="0" u="none" strike="noStrike">
              <a:solidFill>
                <a:srgbClr val="000000"/>
              </a:solidFill>
              <a:effectLst/>
              <a:uFillTx/>
              <a:latin typeface="Arial"/>
            </a:endParaRPr>
          </a:p>
          <a:p>
            <a:pPr algn="just" defTabSz="914400">
              <a:lnSpc>
                <a:spcPct val="150000"/>
              </a:lnSpc>
              <a:tabLst>
                <a:tab pos="0" algn="l"/>
              </a:tabLst>
            </a:pPr>
            <a:r>
              <a:rPr lang="en-US" sz="2200" b="0" u="none" strike="noStrike">
                <a:solidFill>
                  <a:schemeClr val="dk1"/>
                </a:solidFill>
                <a:effectLst/>
                <a:uFillTx/>
                <a:latin typeface="Times New Roman"/>
                <a:ea typeface="Times New Roman"/>
              </a:rPr>
              <a:t>[2].  Darroudi, S. M. and Gomez, C., “Bluetooth Low Energy Mesh Networks: A Survey,” Sensors, MDPI, 2017.</a:t>
            </a:r>
            <a:endParaRPr lang="en-IN" sz="2200" b="0" u="none" strike="noStrike">
              <a:solidFill>
                <a:srgbClr val="000000"/>
              </a:solidFill>
              <a:effectLst/>
              <a:uFillTx/>
              <a:latin typeface="Arial"/>
            </a:endParaRPr>
          </a:p>
          <a:p>
            <a:pPr algn="just" defTabSz="914400">
              <a:lnSpc>
                <a:spcPct val="150000"/>
              </a:lnSpc>
              <a:tabLst>
                <a:tab pos="0" algn="l"/>
              </a:tabLst>
            </a:pPr>
            <a:r>
              <a:rPr lang="en-US" sz="2200" b="0" u="none" strike="noStrike">
                <a:solidFill>
                  <a:schemeClr val="dk1"/>
                </a:solidFill>
                <a:effectLst/>
                <a:uFillTx/>
                <a:latin typeface="Times New Roman"/>
                <a:ea typeface="Times New Roman"/>
              </a:rPr>
              <a:t>[3]. </a:t>
            </a:r>
            <a:r>
              <a:rPr lang="en-IN" sz="2200" b="0" u="none" strike="noStrike">
                <a:solidFill>
                  <a:srgbClr val="222222"/>
                </a:solidFill>
                <a:effectLst/>
                <a:uFillTx/>
                <a:latin typeface="Times New Roman"/>
                <a:ea typeface="Arial"/>
              </a:rPr>
              <a:t> Android Developers, “Bluetooth Low Energy Overview,” Android Open Source Project Documentation, developer.android.com.</a:t>
            </a:r>
            <a:endParaRPr lang="en-IN" sz="2200" b="0" u="none" strike="noStrike">
              <a:solidFill>
                <a:srgbClr val="000000"/>
              </a:solidFill>
              <a:effectLst/>
              <a:uFillTx/>
              <a:latin typeface="Arial"/>
            </a:endParaRPr>
          </a:p>
        </p:txBody>
      </p:sp>
      <p:sp>
        <p:nvSpPr>
          <p:cNvPr id="102" name="PlaceHolder 2"/>
          <p:cNvSpPr>
            <a:spLocks noGrp="1"/>
          </p:cNvSpPr>
          <p:nvPr>
            <p:ph type="sldNum" idx="35"/>
          </p:nvPr>
        </p:nvSpPr>
        <p:spPr>
          <a:xfrm>
            <a:off x="8751240" y="6450480"/>
            <a:ext cx="32904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2AA34973-5E8C-4153-9457-BB54A4F31597}" type="slidenum">
              <a:rPr lang="en-US" sz="1800" b="1" u="none" strike="noStrike">
                <a:solidFill>
                  <a:schemeClr val="lt1"/>
                </a:solidFill>
                <a:effectLst/>
                <a:uFillTx/>
                <a:latin typeface="Arial"/>
                <a:ea typeface="Arial"/>
              </a:rPr>
              <a:t>10</a:t>
            </a:fld>
            <a:endParaRPr lang="en-IN" sz="1800" b="0" u="none" strike="noStrike">
              <a:solidFill>
                <a:srgbClr val="000000"/>
              </a:solidFill>
              <a:effectLst/>
              <a:uFillTx/>
              <a:latin typeface="Times New Roman"/>
            </a:endParaRPr>
          </a:p>
        </p:txBody>
      </p:sp>
      <p:sp>
        <p:nvSpPr>
          <p:cNvPr id="103" name="Google Shape;124;p10"/>
          <p:cNvSpPr/>
          <p:nvPr/>
        </p:nvSpPr>
        <p:spPr>
          <a:xfrm>
            <a:off x="6642720" y="6448320"/>
            <a:ext cx="1921680" cy="24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defTabSz="914400">
              <a:lnSpc>
                <a:spcPct val="101000"/>
              </a:lnSpc>
              <a:tabLst>
                <a:tab pos="0" algn="l"/>
              </a:tabLst>
            </a:pPr>
            <a:r>
              <a:rPr lang="en-US" sz="1600" b="0" u="none" strike="noStrike">
                <a:solidFill>
                  <a:schemeClr val="dk1"/>
                </a:solidFill>
                <a:effectLst/>
                <a:uFillTx/>
                <a:latin typeface="Times New Roman"/>
                <a:ea typeface="Times New Roman"/>
              </a:rPr>
              <a:t>Project Phase1</a:t>
            </a:r>
            <a:endParaRPr lang="en-IN" sz="1600" b="0" u="none" strike="noStrike">
              <a:solidFill>
                <a:srgbClr val="000000"/>
              </a:solidFill>
              <a:effectLst/>
              <a:uFillTx/>
              <a:latin typeface="Arial"/>
            </a:endParaRPr>
          </a:p>
        </p:txBody>
      </p:sp>
      <p:sp>
        <p:nvSpPr>
          <p:cNvPr id="104" name="PlaceHolder 3"/>
          <p:cNvSpPr>
            <a:spLocks noGrp="1"/>
          </p:cNvSpPr>
          <p:nvPr>
            <p:ph type="ftr" idx="36"/>
          </p:nvPr>
        </p:nvSpPr>
        <p:spPr>
          <a:xfrm>
            <a:off x="231120" y="6448320"/>
            <a:ext cx="2501280" cy="246960"/>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a:solidFill>
                  <a:srgbClr val="404040"/>
                </a:solidFill>
                <a:effectLst/>
                <a:uFillTx/>
                <a:latin typeface="Times New Roman"/>
                <a:ea typeface="Times New Roman"/>
              </a:rPr>
              <a:t>S7 B.Tech, 2023 Batch</a:t>
            </a:r>
            <a:endParaRPr lang="en-IN" sz="1600" b="0" u="none" strike="noStrike">
              <a:solidFill>
                <a:srgbClr val="000000"/>
              </a:solidFill>
              <a:effectLst/>
              <a:uFillTx/>
              <a:latin typeface="Times New Roman"/>
            </a:endParaRPr>
          </a:p>
        </p:txBody>
      </p:sp>
      <p:sp>
        <p:nvSpPr>
          <p:cNvPr id="105" name="TextBox 99"/>
          <p:cNvSpPr/>
          <p:nvPr/>
        </p:nvSpPr>
        <p:spPr>
          <a:xfrm rot="16194600">
            <a:off x="-1596960" y="1080720"/>
            <a:ext cx="3959640" cy="35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Rectangle 100"/>
          <p:cNvSpPr/>
          <p:nvPr/>
        </p:nvSpPr>
        <p:spPr>
          <a:xfrm>
            <a:off x="0" y="0"/>
            <a:ext cx="539640" cy="6299640"/>
          </a:xfrm>
          <a:prstGeom prst="rect">
            <a:avLst/>
          </a:prstGeom>
          <a:solidFill>
            <a:srgbClr val="B4C7DC"/>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IN" sz="1800" b="0" u="none" strike="noStrike">
              <a:solidFill>
                <a:srgbClr val="000000"/>
              </a:solidFill>
              <a:effectLst/>
              <a:uFillTx/>
              <a:latin typeface="Arial"/>
            </a:endParaRPr>
          </a:p>
        </p:txBody>
      </p:sp>
      <p:sp>
        <p:nvSpPr>
          <p:cNvPr id="107" name="PlaceHolder 1"/>
          <p:cNvSpPr>
            <a:spLocks noGrp="1"/>
          </p:cNvSpPr>
          <p:nvPr>
            <p:ph type="title"/>
          </p:nvPr>
        </p:nvSpPr>
        <p:spPr>
          <a:xfrm>
            <a:off x="1161720" y="3052440"/>
            <a:ext cx="6819840" cy="603720"/>
          </a:xfrm>
          <a:prstGeom prst="rect">
            <a:avLst/>
          </a:prstGeom>
          <a:noFill/>
          <a:ln w="0">
            <a:noFill/>
          </a:ln>
        </p:spPr>
        <p:txBody>
          <a:bodyPr lIns="0" tIns="0" rIns="0" bIns="0" anchor="t">
            <a:spAutoFit/>
          </a:bodyPr>
          <a:lstStyle/>
          <a:p>
            <a:pPr indent="0" algn="ctr" defTabSz="914400">
              <a:lnSpc>
                <a:spcPct val="100000"/>
              </a:lnSpc>
              <a:buNone/>
              <a:tabLst>
                <a:tab pos="0" algn="l"/>
              </a:tabLst>
            </a:pPr>
            <a:r>
              <a:rPr lang="en-US" sz="3600" b="1" u="none" strike="noStrike">
                <a:solidFill>
                  <a:schemeClr val="dk1"/>
                </a:solidFill>
                <a:effectLst/>
                <a:uFillTx/>
                <a:latin typeface="Times New Roman"/>
                <a:ea typeface="Times New Roman"/>
              </a:rPr>
              <a:t>THANK YOU</a:t>
            </a:r>
            <a:endParaRPr lang="en-US" sz="3600" b="0" u="none" strike="noStrike">
              <a:solidFill>
                <a:schemeClr val="dk1"/>
              </a:solidFill>
              <a:effectLst/>
              <a:uFillTx/>
              <a:latin typeface="Arial"/>
            </a:endParaRPr>
          </a:p>
        </p:txBody>
      </p:sp>
      <p:sp>
        <p:nvSpPr>
          <p:cNvPr id="108" name="PlaceHolder 2"/>
          <p:cNvSpPr>
            <a:spLocks noGrp="1"/>
          </p:cNvSpPr>
          <p:nvPr>
            <p:ph type="sldNum" idx="37"/>
          </p:nvPr>
        </p:nvSpPr>
        <p:spPr>
          <a:xfrm>
            <a:off x="8751240" y="6450480"/>
            <a:ext cx="329040" cy="318600"/>
          </a:xfrm>
          <a:prstGeom prst="rect">
            <a:avLst/>
          </a:prstGeom>
          <a:noFill/>
          <a:ln w="0">
            <a:noFill/>
          </a:ln>
        </p:spPr>
        <p:txBody>
          <a:bodyPr lIns="0" tIns="0" rIns="0" bIns="0" anchor="t">
            <a:spAutoFit/>
          </a:bodyPr>
          <a:lstStyle>
            <a:lvl1pPr marL="38160" indent="0" algn="l" defTabSz="914400">
              <a:lnSpc>
                <a:spcPct val="116000"/>
              </a:lnSpc>
              <a:buNone/>
              <a:tabLst>
                <a:tab pos="0" algn="l"/>
              </a:tabLst>
              <a:defRPr lang="en-US" sz="1800" b="1" u="none" strike="noStrike">
                <a:solidFill>
                  <a:schemeClr val="lt1"/>
                </a:solidFill>
                <a:effectLst/>
                <a:uFillTx/>
                <a:latin typeface="Arial"/>
                <a:ea typeface="Arial"/>
              </a:defRPr>
            </a:lvl1pPr>
          </a:lstStyle>
          <a:p>
            <a:pPr marL="38160" indent="0" algn="l" defTabSz="914400">
              <a:lnSpc>
                <a:spcPct val="116000"/>
              </a:lnSpc>
              <a:buNone/>
              <a:tabLst>
                <a:tab pos="0" algn="l"/>
              </a:tabLst>
            </a:pPr>
            <a:fld id="{D1DFFD78-9D43-47BA-A44F-8E93B7938207}" type="slidenum">
              <a:rPr lang="en-US" sz="1800" b="1" u="none" strike="noStrike">
                <a:solidFill>
                  <a:schemeClr val="lt1"/>
                </a:solidFill>
                <a:effectLst/>
                <a:uFillTx/>
                <a:latin typeface="Arial"/>
                <a:ea typeface="Arial"/>
              </a:rPr>
              <a:t>11</a:t>
            </a:fld>
            <a:endParaRPr lang="en-IN" sz="1800" b="0" u="none" strike="noStrike">
              <a:solidFill>
                <a:srgbClr val="000000"/>
              </a:solidFill>
              <a:effectLst/>
              <a:uFillTx/>
              <a:latin typeface="Times New Roman"/>
            </a:endParaRPr>
          </a:p>
        </p:txBody>
      </p:sp>
      <p:sp>
        <p:nvSpPr>
          <p:cNvPr id="109" name="Google Shape;133;g1f1002ff284_0_368"/>
          <p:cNvSpPr/>
          <p:nvPr/>
        </p:nvSpPr>
        <p:spPr>
          <a:xfrm>
            <a:off x="6642720" y="6448320"/>
            <a:ext cx="1921680" cy="24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12600" defTabSz="914400">
              <a:lnSpc>
                <a:spcPct val="101000"/>
              </a:lnSpc>
              <a:tabLst>
                <a:tab pos="0" algn="l"/>
              </a:tabLst>
            </a:pPr>
            <a:r>
              <a:rPr lang="en-US" sz="1600" b="0" u="none" strike="noStrike">
                <a:solidFill>
                  <a:schemeClr val="dk1"/>
                </a:solidFill>
                <a:effectLst/>
                <a:uFillTx/>
                <a:latin typeface="Times New Roman"/>
                <a:ea typeface="Times New Roman"/>
              </a:rPr>
              <a:t>Project Phase1</a:t>
            </a:r>
            <a:endParaRPr lang="en-IN" sz="1600" b="0" u="none" strike="noStrike">
              <a:solidFill>
                <a:srgbClr val="000000"/>
              </a:solidFill>
              <a:effectLst/>
              <a:uFillTx/>
              <a:latin typeface="Arial"/>
            </a:endParaRPr>
          </a:p>
        </p:txBody>
      </p:sp>
      <p:sp>
        <p:nvSpPr>
          <p:cNvPr id="110" name="PlaceHolder 3"/>
          <p:cNvSpPr>
            <a:spLocks noGrp="1"/>
          </p:cNvSpPr>
          <p:nvPr>
            <p:ph type="ftr" idx="38"/>
          </p:nvPr>
        </p:nvSpPr>
        <p:spPr>
          <a:xfrm>
            <a:off x="231120" y="6448320"/>
            <a:ext cx="2501280" cy="246960"/>
          </a:xfrm>
          <a:prstGeom prst="rect">
            <a:avLst/>
          </a:prstGeom>
          <a:noFill/>
          <a:ln w="0">
            <a:noFill/>
          </a:ln>
        </p:spPr>
        <p:txBody>
          <a:bodyPr lIns="0" tIns="0" rIns="0" bIns="0" anchor="t">
            <a:spAutoFit/>
          </a:bodyPr>
          <a:lstStyle>
            <a:lvl1pPr marL="12600" indent="0" algn="ctr" defTabSz="914400">
              <a:lnSpc>
                <a:spcPct val="101000"/>
              </a:lnSpc>
              <a:buNone/>
              <a:tabLst>
                <a:tab pos="0" algn="l"/>
              </a:tabLst>
              <a:defRPr lang="en-US" sz="1600" b="0" u="none" strike="noStrike">
                <a:solidFill>
                  <a:srgbClr val="404040"/>
                </a:solidFill>
                <a:effectLst/>
                <a:uFillTx/>
                <a:latin typeface="Times New Roman"/>
                <a:ea typeface="Times New Roman"/>
              </a:defRPr>
            </a:lvl1pPr>
          </a:lstStyle>
          <a:p>
            <a:pPr marL="12600" indent="0" algn="ctr" defTabSz="914400">
              <a:lnSpc>
                <a:spcPct val="101000"/>
              </a:lnSpc>
              <a:buNone/>
              <a:tabLst>
                <a:tab pos="0" algn="l"/>
              </a:tabLst>
            </a:pPr>
            <a:r>
              <a:rPr lang="en-US" sz="1600" b="0" u="none" strike="noStrike">
                <a:solidFill>
                  <a:srgbClr val="404040"/>
                </a:solidFill>
                <a:effectLst/>
                <a:uFillTx/>
                <a:latin typeface="Times New Roman"/>
                <a:ea typeface="Times New Roman"/>
              </a:rPr>
              <a:t>S7 B.Tech, 2023 Batch</a:t>
            </a:r>
            <a:endParaRPr lang="en-IN" sz="1600" b="0" u="none" strike="noStrike">
              <a:solidFill>
                <a:srgbClr val="000000"/>
              </a:solidFill>
              <a:effectLst/>
              <a:uFillTx/>
              <a:latin typeface="Times New Roman"/>
            </a:endParaRPr>
          </a:p>
        </p:txBody>
      </p:sp>
      <p:sp>
        <p:nvSpPr>
          <p:cNvPr id="111" name="TextBox 105"/>
          <p:cNvSpPr/>
          <p:nvPr/>
        </p:nvSpPr>
        <p:spPr>
          <a:xfrm rot="16184400">
            <a:off x="-2057760" y="92160"/>
            <a:ext cx="5399640" cy="899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1800" b="0" u="none" strike="noStrike">
                <a:solidFill>
                  <a:srgbClr val="000000"/>
                </a:solidFill>
                <a:effectLst/>
                <a:uFillTx/>
                <a:latin typeface="Arial"/>
              </a:rPr>
              <a:t>Dept. Of CSE (Cyber Security)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TotalTime>
  <Words>787</Words>
  <Application>Microsoft Office PowerPoint</Application>
  <PresentationFormat>On-screen Show (4:3)</PresentationFormat>
  <Paragraphs>102</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DejaVu Sans</vt:lpstr>
      <vt:lpstr>Symbol</vt:lpstr>
      <vt:lpstr>Times New Roman</vt:lpstr>
      <vt:lpstr>Wingdings</vt:lpstr>
      <vt:lpstr>Office Theme</vt:lpstr>
      <vt:lpstr>Bluetooth Mesh Chat Application </vt:lpstr>
      <vt:lpstr>OUTLINE</vt:lpstr>
      <vt:lpstr>ABSTRACT</vt:lpstr>
      <vt:lpstr>INTRODUCTION</vt:lpstr>
      <vt:lpstr>PROBLEM STATEMENT</vt:lpstr>
      <vt:lpstr>EXISTING SYSTEM</vt:lpstr>
      <vt:lpstr>PROPOSED SYSTEM</vt:lpstr>
      <vt:lpstr>SCOPE OF THE PROJECT</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Bluetooth Mesh Chat Application</dc:title>
  <dc:subject/>
  <dc:creator>PGM LAB</dc:creator>
  <dc:description/>
  <cp:lastModifiedBy>PGM LAB</cp:lastModifiedBy>
  <cp:revision>4</cp:revision>
  <dcterms:modified xsi:type="dcterms:W3CDTF">2026-08-05T08:38:09Z</dcterms:modified>
  <dc:language>en-IN</dc:language>
</cp:coreProperties>
</file>