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Header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F74CB9-A50B-4F1C-8EFF-368A1AF0E538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B3E00-B6CE-4EAF-A3A7-BC372E272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776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589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2F85-21C0-4424-B0B6-2313726738C1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92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69F5D-5B28-4895-9EE0-47DA0532E606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2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D535-DFCE-4D1D-BC3E-5150D678208C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05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0487-B28F-420D-B5EF-7D667983A20B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279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EFC95-1C98-4EE2-9B9C-80BB158C0C7A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39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111AA-78B1-4852-AF0A-AFB9BB11773A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2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DD36-2C82-4963-A3CE-FE7EF4DF78B9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58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3214-F40E-4D4D-ADC5-A46C1929620D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2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9581-7B82-44A1-9229-C8879EC1BCC1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38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BC26F-1529-43AB-B5C2-984D99B665BC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91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B9CF9-3923-4322-AE95-765E857090C9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5710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B59CB-1E3F-48FB-8EEC-1D553B7A1B65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556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52B2-A363-4973-8233-BFE491630014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0175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D289-9771-4F99-9991-825A373E2163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23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D0DF-9D07-4300-A0CC-7D91B80350E9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89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9068-F47D-4D9C-835A-422DF1E69FFF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5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C32EC-215A-460D-9138-FBC336902299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CSE-CD                                                           CDD 324 Mini Project                                                      2023 - 2027 Batch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6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1359" y="1280850"/>
            <a:ext cx="7603218" cy="103849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</a:t>
            </a:r>
            <a:br>
              <a:rPr lang="en-US" sz="4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885" y="4494893"/>
            <a:ext cx="3457095" cy="154304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		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Ms.FARBEENA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	</a:t>
            </a: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974"/>
            <a:ext cx="8915400" cy="10384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52" y="6231005"/>
            <a:ext cx="8977448" cy="644643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572000" y="4335062"/>
            <a:ext cx="4267200" cy="1895943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oject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Members	</a:t>
            </a:r>
          </a:p>
          <a:p>
            <a:pPr marL="257168" indent="-257168"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KSHAY N(JCE23CC008) </a:t>
            </a:r>
          </a:p>
          <a:p>
            <a:pPr marL="257168" indent="-257168"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SHANID ALI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JCE23CC027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57168" indent="-257168">
              <a:buFont typeface="Wingdings 3" charset="2"/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ABHISHEK K.B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(LJCE2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C034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AD14A7-FE68-D5B9-F44A-8E199441A9BF}"/>
              </a:ext>
            </a:extLst>
          </p:cNvPr>
          <p:cNvSpPr txBox="1">
            <a:spLocks/>
          </p:cNvSpPr>
          <p:nvPr/>
        </p:nvSpPr>
        <p:spPr>
          <a:xfrm>
            <a:off x="884691" y="2332537"/>
            <a:ext cx="7603218" cy="15430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Secure Cloud Storage and Controlled File Sharing Framework Using Proxy Re-Encryption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4DE4EF-F067-07BA-2EF9-84D60545D93D}"/>
              </a:ext>
            </a:extLst>
          </p:cNvPr>
          <p:cNvSpPr txBox="1"/>
          <p:nvPr/>
        </p:nvSpPr>
        <p:spPr>
          <a:xfrm>
            <a:off x="521580" y="1010255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epartment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Computer Science &amp; Engineering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03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31" y="329900"/>
            <a:ext cx="7391340" cy="107114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2640" y="1401047"/>
            <a:ext cx="5212080" cy="4767942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0015" y="787783"/>
            <a:ext cx="656191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D6835B0-88DB-1DBB-D6CC-0F22D2F2E3CE}"/>
              </a:ext>
            </a:extLst>
          </p:cNvPr>
          <p:cNvSpPr txBox="1">
            <a:spLocks/>
          </p:cNvSpPr>
          <p:nvPr/>
        </p:nvSpPr>
        <p:spPr>
          <a:xfrm>
            <a:off x="1096206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857875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F3723-E27F-4E5E-906F-BEBF2F92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D8A8-7EBE-E662-F5D3-04AAEDFFE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231" y="329900"/>
            <a:ext cx="7391340" cy="128089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4DA70-3A69-86D6-7B28-12F0D2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11" y="970345"/>
            <a:ext cx="7887777" cy="5887104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enables efficient storage and sharing of digital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tool permissions before every tool invocation.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and illegal content sharing remain major security concerns.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Proxy Re-Encryption (PRE) for secure file sharing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are encrypted using AES-256, while RSA/ECC manages encryption keys.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enhanced through RBAC, MFA, digital watermarking, SHA-256 integrity verification, audit logging, and access revocation.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provides secure, efficient, and scalable cloud data sharing with improved confidentiality and accountability.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FAECA-5DFA-908A-AB61-F0F149D0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06" y="6416578"/>
            <a:ext cx="7915018" cy="440871"/>
          </a:xfrm>
        </p:spPr>
        <p:txBody>
          <a:bodyPr/>
          <a:lstStyle/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  2023 - 2027 Batch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A2C24-B49E-ABC9-C354-933F58E1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0015" y="787783"/>
            <a:ext cx="656191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85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875" y="307449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28" y="1489990"/>
            <a:ext cx="8069061" cy="5368010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increasingly rely on cloud platforms to store sensitive information.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cloud sharing methods expose data to security and privacy risks.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control is essential to prevent unauthorized file distribution.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Re-Encryption allows encrypted files to be securely shared without revealing plaintext to the cloud server.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improving cloud security while maintaining efficient data sharing.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10C17BD-6A4A-5BF8-BD23-359908729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8C26835-6A7D-5AB6-8E1D-08978C82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6206" y="6445324"/>
            <a:ext cx="7915018" cy="440871"/>
          </a:xfrm>
        </p:spPr>
        <p:txBody>
          <a:bodyPr/>
          <a:lstStyle/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111774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28" y="1497037"/>
            <a:ext cx="8278209" cy="4859157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users may gain access to confidential files.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Illegal redistribution of shared content is difficult to trace.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sharing requires decrypting and re-encrypting files for each user.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increases computational cost and communication overhead.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lack proper monitoring and access revocation mechanisms.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78479C0-0B52-1637-3C99-7D3890576F8E}"/>
              </a:ext>
            </a:extLst>
          </p:cNvPr>
          <p:cNvSpPr txBox="1">
            <a:spLocks/>
          </p:cNvSpPr>
          <p:nvPr/>
        </p:nvSpPr>
        <p:spPr>
          <a:xfrm>
            <a:off x="1099184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58045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1788D-9D0D-756B-D03B-80EA2DA0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C68E-8CD7-B637-2EF5-D2C02FF5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F8C2-8AA2-A9CB-AAD2-C7EC780C3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17" y="1152908"/>
            <a:ext cx="8063878" cy="4703488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cloud-based file-sharing system.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Proxy Re-Encryption for secure data sharing.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files using AES-256.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encryption keys using RSA/ECC.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Role-Based Access Control (RBAC).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Multi-Factor Authentication (MFA).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file sharing without revealing plaintext.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illegal content sharing using digital watermarking.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file integrity using SHA-256 hashing.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audit logs and monitoring dashboard.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access revocation and time-limited file sharing.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BDC95-8DC6-BB60-BF7D-BE579575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A61D7D4-0768-5F38-8832-65234CB24BA9}"/>
              </a:ext>
            </a:extLst>
          </p:cNvPr>
          <p:cNvSpPr txBox="1">
            <a:spLocks/>
          </p:cNvSpPr>
          <p:nvPr/>
        </p:nvSpPr>
        <p:spPr>
          <a:xfrm>
            <a:off x="1099184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85349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DF0A-5DA1-9A73-4185-ED314707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87D6-329A-454F-2D32-2C5EA2E46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7F0A6-815E-AD61-F540-D4B2A5E89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81" y="1494503"/>
            <a:ext cx="7257713" cy="4984955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cloud storage uses basic encryption and password-based authentication for file sharing.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owners must decrypt and re-encrypt files whenever access is granted to a new user.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provide limited access control and lack efficient key management.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offer poor protection against unauthorized sharing and have limited monitoring and audit capabilities.</a:t>
            </a:r>
          </a:p>
          <a:p>
            <a:pPr algn="just"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60F93-B576-5A61-A102-F1B454ED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3ED189B-05F9-0AA4-D647-74B7AE4F55E8}"/>
              </a:ext>
            </a:extLst>
          </p:cNvPr>
          <p:cNvSpPr txBox="1">
            <a:spLocks/>
          </p:cNvSpPr>
          <p:nvPr/>
        </p:nvSpPr>
        <p:spPr>
          <a:xfrm>
            <a:off x="1096206" y="6381322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286433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C955778-D5B4-A216-A694-B709EFEB976A}"/>
              </a:ext>
            </a:extLst>
          </p:cNvPr>
          <p:cNvSpPr txBox="1">
            <a:spLocks/>
          </p:cNvSpPr>
          <p:nvPr/>
        </p:nvSpPr>
        <p:spPr>
          <a:xfrm>
            <a:off x="1096206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   2023 - 2027 Batch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21F7A21-8F61-E02A-FCFC-CC969B593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17" y="1569036"/>
            <a:ext cx="8007531" cy="4859157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Proxy Re-Encryption (PRE) with AES-256 and RSA/ECC to enable secure and efficient file sharing.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Role-Based Access Control (RBAC) and Multi-Factor Authentication (MFA) for secure user access.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time-limited sharing, download limits, access revocation, and digital watermarking to prevent illegal content sharing.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integrity through SHA-256 hashing, maintains audit logs, and detects suspicious user activities using a monitoring dashboard.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13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1BC6-9EEC-254F-5512-67C561A6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BE7F-40FA-2215-27EB-C762F871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216" y="192240"/>
            <a:ext cx="6683765" cy="96066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PROJECT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B5C9-DFFA-A0B6-FED1-31D855DAB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06" y="1229663"/>
            <a:ext cx="7634839" cy="5298956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secure cloud-based platform for storing and sharing confidential files.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applied in healthcare, education, banking, government, and enterprise organizations.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data confidentiality, integrity, accountability, and controlled access in cloud environments.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with blockchain, AI-based threat detection, biometric authentication, and multi-cloud support in the future.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162FF-B0C1-30D0-4160-030CAD82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0C9C573-8F84-661F-1C1B-524623F554E7}"/>
              </a:ext>
            </a:extLst>
          </p:cNvPr>
          <p:cNvSpPr txBox="1">
            <a:spLocks/>
          </p:cNvSpPr>
          <p:nvPr/>
        </p:nvSpPr>
        <p:spPr>
          <a:xfrm>
            <a:off x="1228982" y="6445324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3144674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970" y="307449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295" y="1310849"/>
            <a:ext cx="7769439" cy="5063547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Re-Encryption enables secure and efficient cloud file sharing.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eliminates repeated decryption and re-encryption during file sharing.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 and RSA/ECC provide strong encryption and secure key management.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RBAC, MFA, watermarking, SHA-256, and audit logging enhance overall security.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improves confidentiality, integrity, accountability, and scalability.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an effective approach to preventing unauthorized access and illegal content sharing in cloud environments.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8D18911-341B-F13A-C3C4-C7C243FE6C0F}"/>
              </a:ext>
            </a:extLst>
          </p:cNvPr>
          <p:cNvSpPr txBox="1">
            <a:spLocks/>
          </p:cNvSpPr>
          <p:nvPr/>
        </p:nvSpPr>
        <p:spPr>
          <a:xfrm>
            <a:off x="1136469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2189534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0D9F-5559-CFFD-E62E-5F68BF9C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50E3-3B12-65ED-D527-1D01B06B9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970" y="307449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A0B4-A945-B19C-3774-36B56FB51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06" y="1421722"/>
            <a:ext cx="7370845" cy="488019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Blaze, M.,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Bleumer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&amp; Strauss, M. (1998).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Divertible Protocols and Atomic Proxy Cryptography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Advances in Cryptology – EUROCRYPT.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Ateniese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Fu, K., Green, M., &amp; Hohenberger, S. (2006).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Proxy Re-Encryption Schemes with Applications to Secure Distributed Storage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ACM CCS.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Rivest, R. L., Shamir, A., &amp; Adleman, L. (1978).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for Obtaining Digital Signatures and Public-Key Cryptosystems.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Mell, P., &amp; Grance, T.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NIST Definition of Cloud Computing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NIST Special Publication 800-145.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BCB76-CC1F-6AFB-C135-6A3F75B0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C850E78-153C-2ABF-50A0-67F7854C1C30}"/>
              </a:ext>
            </a:extLst>
          </p:cNvPr>
          <p:cNvSpPr txBox="1">
            <a:spLocks/>
          </p:cNvSpPr>
          <p:nvPr/>
        </p:nvSpPr>
        <p:spPr>
          <a:xfrm>
            <a:off x="1096206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415 Main Project phase 1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308753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67214-85E9-5C68-51AF-325FFC98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FEDD-77CC-FB8B-561F-4F0A0EEA5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117" y="2948666"/>
            <a:ext cx="6683765" cy="9606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F61A0-1BD1-379C-C15F-669C4FE5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593DB1F-D927-04F2-CFF2-2EF2258E293C}"/>
              </a:ext>
            </a:extLst>
          </p:cNvPr>
          <p:cNvSpPr txBox="1">
            <a:spLocks/>
          </p:cNvSpPr>
          <p:nvPr/>
        </p:nvSpPr>
        <p:spPr>
          <a:xfrm>
            <a:off x="1096206" y="6417129"/>
            <a:ext cx="7915018" cy="4408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CSE-CC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C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3</a:t>
            </a:r>
            <a:r>
              <a:rPr lang="en-IN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Mini Project phase 1                                                   2023 - 2027 Batch</a:t>
            </a:r>
          </a:p>
        </p:txBody>
      </p:sp>
    </p:spTree>
    <p:extLst>
      <p:ext uri="{BB962C8B-B14F-4D97-AF65-F5344CB8AC3E}">
        <p14:creationId xmlns:p14="http://schemas.microsoft.com/office/powerpoint/2010/main" val="31566898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973</Words>
  <Application>Microsoft Office PowerPoint</Application>
  <PresentationFormat>On-screen Show (4:3)</PresentationFormat>
  <Paragraphs>102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 3</vt:lpstr>
      <vt:lpstr>Wisp</vt:lpstr>
      <vt:lpstr>CCD 415 Main Project phase 1 Zeroth Review</vt:lpstr>
      <vt:lpstr>OUTLINE</vt:lpstr>
      <vt:lpstr>ABSTRACT</vt:lpstr>
      <vt:lpstr>INTRODUCTION</vt:lpstr>
      <vt:lpstr>PROBLEM STATEMENT</vt:lpstr>
      <vt:lpstr>OBJECTIVES</vt:lpstr>
      <vt:lpstr>EXISTING SYSTEM</vt:lpstr>
      <vt:lpstr>PROPOSED SYSTEM</vt:lpstr>
      <vt:lpstr>SCOPE OF THE PROJECT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CCD 334 Mini Project Zeroth Review</dc:title>
  <dc:creator>PAVITHRA</dc:creator>
  <cp:lastModifiedBy>shanid ali</cp:lastModifiedBy>
  <cp:revision>7</cp:revision>
  <dcterms:modified xsi:type="dcterms:W3CDTF">2026-08-14T02:10:41Z</dcterms:modified>
</cp:coreProperties>
</file>