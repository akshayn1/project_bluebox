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E1D46-90DA-4BB2-B119-AB858D6812D0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2B4B0-0604-47A5-ADC3-D292FF15F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72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1354" y="6461281"/>
            <a:ext cx="5255045" cy="205184"/>
          </a:xfrm>
        </p:spPr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2782" y="563054"/>
            <a:ext cx="622554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394" y="2586983"/>
            <a:ext cx="7198359" cy="230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1354" y="6461281"/>
            <a:ext cx="5331245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74257" y="6461281"/>
            <a:ext cx="1892934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4717" y="6454869"/>
            <a:ext cx="330834" cy="28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7800" y="1006729"/>
            <a:ext cx="6400800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u="none" dirty="0"/>
              <a:t>REMOTE NETWORK ACCESS USING TWIN GATE AND RASPBERRY PI</a:t>
            </a:r>
            <a:endParaRPr u="none"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994079" y="4144327"/>
            <a:ext cx="3882721" cy="12586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b="1" dirty="0">
                <a:latin typeface="Times New Roman"/>
                <a:cs typeface="Times New Roman"/>
              </a:rPr>
              <a:t>Guided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solidFill>
                  <a:srgbClr val="375F92"/>
                </a:solidFill>
                <a:latin typeface="Times New Roman"/>
                <a:cs typeface="Times New Roman"/>
              </a:rPr>
              <a:t>MS FARBEENA N</a:t>
            </a:r>
            <a:endParaRPr sz="2000" dirty="0">
              <a:latin typeface="Times New Roman"/>
              <a:cs typeface="Times New Roman"/>
            </a:endParaRPr>
          </a:p>
          <a:p>
            <a:pPr marL="1436370" marR="5080" indent="-26034">
              <a:lnSpc>
                <a:spcPts val="2380"/>
              </a:lnSpc>
              <a:spcBef>
                <a:spcPts val="90"/>
              </a:spcBef>
            </a:pPr>
            <a:r>
              <a:rPr lang="en-IN" sz="2000" spc="-25" dirty="0">
                <a:solidFill>
                  <a:srgbClr val="375F92"/>
                </a:solidFill>
                <a:latin typeface="Times New Roman"/>
                <a:cs typeface="Times New Roman"/>
              </a:rPr>
              <a:t>ASSIT.PROFESSOR</a:t>
            </a:r>
            <a:r>
              <a:rPr sz="2000" spc="-2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lang="en-US" sz="2000" spc="-35" dirty="0">
                <a:solidFill>
                  <a:srgbClr val="375F92"/>
                </a:solidFill>
                <a:latin typeface="Times New Roman"/>
                <a:cs typeface="Times New Roman"/>
              </a:rPr>
              <a:t>DEPT. OF COMPUTERSCIENCE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0746" y="4159440"/>
            <a:ext cx="3492500" cy="635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lang="en-US" sz="2000" b="1" spc="-20" dirty="0">
                <a:latin typeface="Times New Roman"/>
                <a:cs typeface="Times New Roman"/>
              </a:rPr>
              <a:t>AKSHAY N</a:t>
            </a:r>
            <a:endParaRPr sz="2000" dirty="0">
              <a:latin typeface="Times New Roman"/>
              <a:cs typeface="Times New Roman"/>
            </a:endParaRPr>
          </a:p>
          <a:p>
            <a:pPr marL="1664970">
              <a:lnSpc>
                <a:spcPts val="2390"/>
              </a:lnSpc>
            </a:pPr>
            <a:r>
              <a:rPr lang="en-US" sz="2000" b="1" dirty="0">
                <a:solidFill>
                  <a:srgbClr val="375F92"/>
                </a:solidFill>
                <a:latin typeface="Times New Roman"/>
                <a:cs typeface="Times New Roman"/>
              </a:rPr>
              <a:t>JCE23CC008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72383" y="442341"/>
            <a:ext cx="200850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938410"/>
            <a:ext cx="6650355" cy="31026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527050" algn="l"/>
              </a:tabLst>
            </a:pPr>
            <a:r>
              <a:rPr sz="2350" dirty="0">
                <a:latin typeface="Times New Roman"/>
                <a:cs typeface="Times New Roman"/>
              </a:rPr>
              <a:t>Abstract</a:t>
            </a:r>
            <a:endParaRPr lang="en-IN" sz="23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27050" algn="l"/>
              </a:tabLst>
            </a:pPr>
            <a:r>
              <a:rPr lang="en-IN" sz="2350" dirty="0">
                <a:latin typeface="Times New Roman"/>
                <a:cs typeface="Times New Roman"/>
              </a:rPr>
              <a:t>Introduction</a:t>
            </a:r>
            <a:r>
              <a:rPr lang="en-IN" sz="2350" spc="105" dirty="0">
                <a:latin typeface="Times New Roman"/>
                <a:cs typeface="Times New Roman"/>
              </a:rPr>
              <a:t> </a:t>
            </a:r>
            <a:r>
              <a:rPr lang="en-IN" sz="2350" dirty="0">
                <a:latin typeface="Times New Roman"/>
                <a:cs typeface="Times New Roman"/>
              </a:rPr>
              <a:t>(1-3</a:t>
            </a:r>
            <a:r>
              <a:rPr lang="en-IN" sz="2350" spc="120" dirty="0">
                <a:latin typeface="Times New Roman"/>
                <a:cs typeface="Times New Roman"/>
              </a:rPr>
              <a:t> </a:t>
            </a:r>
            <a:r>
              <a:rPr lang="en-IN" sz="2350" spc="-10" dirty="0">
                <a:latin typeface="Times New Roman"/>
                <a:cs typeface="Times New Roman"/>
              </a:rPr>
              <a:t>slides)</a:t>
            </a:r>
            <a:endParaRPr lang="en-IN" sz="23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27050" algn="l"/>
              </a:tabLst>
            </a:pPr>
            <a:r>
              <a:rPr sz="2350" dirty="0">
                <a:latin typeface="Times New Roman"/>
                <a:cs typeface="Times New Roman"/>
              </a:rPr>
              <a:t>System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Analysis</a:t>
            </a:r>
            <a:r>
              <a:rPr sz="2350" spc="1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(5</a:t>
            </a:r>
            <a:r>
              <a:rPr sz="2350" spc="9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-12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Slides)</a:t>
            </a:r>
            <a:endParaRPr sz="23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27050" algn="l"/>
              </a:tabLst>
            </a:pPr>
            <a:r>
              <a:rPr sz="2350" dirty="0">
                <a:latin typeface="Times New Roman"/>
                <a:cs typeface="Times New Roman"/>
              </a:rPr>
              <a:t>System</a:t>
            </a:r>
            <a:r>
              <a:rPr sz="2350" spc="7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Overview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(with</a:t>
            </a:r>
            <a:r>
              <a:rPr sz="2350" spc="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diagrams)</a:t>
            </a:r>
            <a:r>
              <a:rPr sz="2350" spc="5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(10</a:t>
            </a:r>
            <a:r>
              <a:rPr sz="2350" spc="19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-</a:t>
            </a:r>
            <a:r>
              <a:rPr sz="2350" spc="9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15</a:t>
            </a:r>
            <a:r>
              <a:rPr sz="2350" spc="9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slides)</a:t>
            </a:r>
            <a:endParaRPr sz="235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27050" algn="l"/>
              </a:tabLst>
            </a:pPr>
            <a:r>
              <a:rPr sz="2350" dirty="0">
                <a:latin typeface="Times New Roman"/>
                <a:cs typeface="Times New Roman"/>
              </a:rPr>
              <a:t>Conclusion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(1-2</a:t>
            </a:r>
            <a:r>
              <a:rPr sz="2350" spc="1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slides)</a:t>
            </a:r>
            <a:endParaRPr sz="2350" dirty="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640"/>
              </a:spcBef>
            </a:pPr>
            <a:r>
              <a:rPr sz="2350" spc="-10" dirty="0">
                <a:latin typeface="Times New Roman"/>
                <a:cs typeface="Times New Roman"/>
              </a:rPr>
              <a:t>References</a:t>
            </a:r>
            <a:endParaRPr sz="2350" dirty="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640"/>
              </a:spcBef>
            </a:pPr>
            <a:r>
              <a:rPr sz="2350" dirty="0">
                <a:latin typeface="Times New Roman"/>
                <a:cs typeface="Times New Roman"/>
              </a:rPr>
              <a:t>Publication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</a:t>
            </a:r>
            <a:r>
              <a:rPr sz="2350" spc="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Work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(If</a:t>
            </a:r>
            <a:r>
              <a:rPr sz="2350" spc="-6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Any)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1.</a:t>
            </a:r>
            <a:r>
              <a:rPr u="none" spc="-200" dirty="0"/>
              <a:t> </a:t>
            </a:r>
            <a:r>
              <a:rPr spc="-10" dirty="0"/>
              <a:t>ABSTRACT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D9030-15DD-A105-A55A-5B8335FA988B}"/>
              </a:ext>
            </a:extLst>
          </p:cNvPr>
          <p:cNvSpPr txBox="1"/>
          <p:nvPr/>
        </p:nvSpPr>
        <p:spPr>
          <a:xfrm>
            <a:off x="910423" y="1371600"/>
            <a:ext cx="7790257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as a secure network connector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Trust Network Access (ZTNA) platform.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identity-based and least-privilege access, allowing users to access only authorized network resources.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centralized authentication, access control, device verification, and activity logging without directly exposing internal services to the internet.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with Python automation for resource discovery, dynamic registration, DNS aliasing, temporary access, and service accounts.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2.</a:t>
            </a:r>
            <a:r>
              <a:rPr u="none" spc="-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747" y="1511891"/>
            <a:ext cx="7342505" cy="45752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</a:t>
            </a:r>
            <a:r>
              <a:rPr lang="en-US"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2350" dirty="0">
              <a:latin typeface="Times New Roman"/>
              <a:cs typeface="Times New Roman"/>
            </a:endParaRPr>
          </a:p>
          <a:p>
            <a:pPr marL="118110" marR="5080" indent="-112395">
              <a:lnSpc>
                <a:spcPct val="150000"/>
              </a:lnSpc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develop a secure remote access system using Raspberry Pi and </a:t>
            </a:r>
            <a:r>
              <a:rPr lang="en-US" dirty="0" err="1">
                <a:latin typeface="Times New Roman"/>
                <a:cs typeface="Times New Roman"/>
              </a:rPr>
              <a:t>Twingate</a:t>
            </a:r>
            <a:r>
              <a:rPr lang="en-US" dirty="0">
                <a:latin typeface="Times New Roman"/>
                <a:cs typeface="Times New Roman"/>
              </a:rPr>
              <a:t> ZTNA.</a:t>
            </a:r>
          </a:p>
          <a:p>
            <a:pPr marL="118110" marR="5080" indent="-112395">
              <a:lnSpc>
                <a:spcPct val="150000"/>
              </a:lnSpc>
              <a:spcBef>
                <a:spcPts val="2380"/>
              </a:spcBef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implement identity-based authentication and least-privilege access to network resources.</a:t>
            </a:r>
          </a:p>
          <a:p>
            <a:pPr marL="118110" marR="5080" indent="-112395">
              <a:lnSpc>
                <a:spcPct val="150000"/>
              </a:lnSpc>
              <a:spcBef>
                <a:spcPts val="2380"/>
              </a:spcBef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reduce the need for public IPs, port forwarding, and complex firewall configurations.</a:t>
            </a:r>
          </a:p>
          <a:p>
            <a:pPr marL="118110" marR="5080" indent="-112395">
              <a:lnSpc>
                <a:spcPct val="150000"/>
              </a:lnSpc>
              <a:spcBef>
                <a:spcPts val="2380"/>
              </a:spcBef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automate resource discovery and registration using the </a:t>
            </a:r>
            <a:r>
              <a:rPr lang="en-US" dirty="0" err="1">
                <a:latin typeface="Times New Roman"/>
                <a:cs typeface="Times New Roman"/>
              </a:rPr>
              <a:t>Twingate</a:t>
            </a:r>
            <a:r>
              <a:rPr lang="en-US" dirty="0">
                <a:latin typeface="Times New Roman"/>
                <a:cs typeface="Times New Roman"/>
              </a:rPr>
              <a:t> API and Python.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2876" y="441198"/>
            <a:ext cx="7991475" cy="12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8630" indent="1666239" algn="r">
              <a:lnSpc>
                <a:spcPct val="118400"/>
              </a:lnSpc>
              <a:spcBef>
                <a:spcPts val="100"/>
              </a:spcBef>
            </a:pPr>
            <a:r>
              <a:rPr u="none" dirty="0"/>
              <a:t>3.</a:t>
            </a:r>
            <a:r>
              <a:rPr u="none" spc="-15" dirty="0"/>
              <a:t> </a:t>
            </a:r>
            <a:r>
              <a:rPr dirty="0"/>
              <a:t>SYSTEM</a:t>
            </a:r>
            <a:r>
              <a:rPr spc="-220" dirty="0"/>
              <a:t> </a:t>
            </a:r>
            <a:r>
              <a:rPr spc="-55" dirty="0"/>
              <a:t>ANALYSIS</a:t>
            </a:r>
            <a:r>
              <a:rPr u="none" spc="-55" dirty="0"/>
              <a:t> </a:t>
            </a:r>
            <a:r>
              <a:rPr lang="en-US" u="none" spc="-55" dirty="0"/>
              <a:t>       </a:t>
            </a:r>
            <a:r>
              <a:rPr spc="-3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0394" y="2586983"/>
            <a:ext cx="7198359" cy="268945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Proposes a Zero Trust architecture called OUTSIDE for fine-grained authorization in IoT networks.</a:t>
            </a:r>
          </a:p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Uses per-packet verification to ensure that only authorized applications can access network resources.</a:t>
            </a:r>
          </a:p>
          <a:p>
            <a:pPr marL="527050" marR="447040" indent="-514984">
              <a:lnSpc>
                <a:spcPct val="150000"/>
              </a:lnSpc>
              <a:spcBef>
                <a:spcPts val="65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The system was implemented using Raspberry Pi and ESP32, with experiments showing negligible performance degradation</a:t>
            </a: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480422" y="5758870"/>
            <a:ext cx="710247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[</a:t>
            </a:r>
            <a:r>
              <a:rPr lang="en-US" sz="1200" i="1" dirty="0">
                <a:latin typeface="Times New Roman"/>
                <a:cs typeface="Times New Roman"/>
              </a:rPr>
              <a:t>1</a:t>
            </a:r>
            <a:r>
              <a:rPr sz="1200" i="1" dirty="0">
                <a:latin typeface="Times New Roman"/>
                <a:cs typeface="Times New Roman"/>
              </a:rPr>
              <a:t>]</a:t>
            </a:r>
            <a:r>
              <a:rPr lang="en-US" sz="1200" i="1" dirty="0">
                <a:latin typeface="Times New Roman"/>
                <a:cs typeface="Times New Roman"/>
              </a:rPr>
              <a:t> Syed et al., “Zero Trust Architecture (ZTA): A Comprehensive Survey,” IEEE Access, 2022.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48090" y="64331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AC7A4BF-0B43-F309-F2DC-7FF4F9A1479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238172" y="6469479"/>
            <a:ext cx="1892934" cy="218440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US" dirty="0"/>
              <a:t>Monday, October 5, 2026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3E1F65-8DF3-46D4-067E-52FB201079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42875" y="6461281"/>
            <a:ext cx="5255045" cy="205184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lang="en-IN" spc="-2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DEBE6B-0222-E4AA-7139-253B41082D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lang="en-IN" spc="-50" smtClean="0"/>
              <a:t>5</a:t>
            </a:fld>
            <a:endParaRPr lang="en-IN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68A46-1776-DD24-B0B0-71DD96745C14}"/>
              </a:ext>
            </a:extLst>
          </p:cNvPr>
          <p:cNvSpPr txBox="1"/>
          <p:nvPr/>
        </p:nvSpPr>
        <p:spPr>
          <a:xfrm>
            <a:off x="1143000" y="1828800"/>
            <a:ext cx="712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Toward Zero-Trust IoT Networks via Per-Packet Authorization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5E18-721C-B3C7-E5CF-8390BA9F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90E9E13-AA54-2012-413F-7626EABAD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76" y="441198"/>
            <a:ext cx="7991475" cy="12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8630" indent="1666239" algn="r">
              <a:lnSpc>
                <a:spcPct val="118400"/>
              </a:lnSpc>
              <a:spcBef>
                <a:spcPts val="100"/>
              </a:spcBef>
            </a:pPr>
            <a:r>
              <a:rPr u="none" dirty="0"/>
              <a:t>3.</a:t>
            </a:r>
            <a:r>
              <a:rPr u="none" spc="-15" dirty="0"/>
              <a:t> </a:t>
            </a:r>
            <a:r>
              <a:rPr dirty="0"/>
              <a:t>SYSTEM</a:t>
            </a:r>
            <a:r>
              <a:rPr spc="-220" dirty="0"/>
              <a:t> </a:t>
            </a:r>
            <a:r>
              <a:rPr spc="-55" dirty="0"/>
              <a:t>ANALYSIS</a:t>
            </a:r>
            <a:r>
              <a:rPr u="none" spc="-55" dirty="0"/>
              <a:t> </a:t>
            </a:r>
            <a:r>
              <a:rPr lang="en-US" u="none" spc="-55" dirty="0"/>
              <a:t>       </a:t>
            </a:r>
            <a:r>
              <a:rPr spc="-3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C150FE-B1AD-2C4B-844F-8BCF65A2B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394" y="2586983"/>
            <a:ext cx="7198359" cy="268945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Proposes a Zero Trust architecture called OUTSIDE for fine-grained authorization in IoT networks.</a:t>
            </a:r>
          </a:p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Uses per-packet verification to ensure that only authorized applications can access network resources.</a:t>
            </a:r>
          </a:p>
          <a:p>
            <a:pPr marL="527050" marR="447040" indent="-514984">
              <a:lnSpc>
                <a:spcPct val="150000"/>
              </a:lnSpc>
              <a:spcBef>
                <a:spcPts val="65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The system was implemented using Raspberry Pi and ESP32, with experiments showing negligible performance degradation</a:t>
            </a:r>
            <a:endParaRPr sz="1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3F26CC-CFE0-1767-B947-FC5592A18963}"/>
              </a:ext>
            </a:extLst>
          </p:cNvPr>
          <p:cNvSpPr txBox="1"/>
          <p:nvPr/>
        </p:nvSpPr>
        <p:spPr>
          <a:xfrm>
            <a:off x="1480422" y="5758870"/>
            <a:ext cx="710247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[</a:t>
            </a:r>
            <a:r>
              <a:rPr lang="en-US" sz="1200" i="1" dirty="0">
                <a:latin typeface="Times New Roman"/>
                <a:cs typeface="Times New Roman"/>
              </a:rPr>
              <a:t>1</a:t>
            </a:r>
            <a:r>
              <a:rPr sz="1200" i="1" dirty="0">
                <a:latin typeface="Times New Roman"/>
                <a:cs typeface="Times New Roman"/>
              </a:rPr>
              <a:t>]</a:t>
            </a:r>
            <a:r>
              <a:rPr lang="en-US" sz="1200" i="1" dirty="0">
                <a:latin typeface="Times New Roman"/>
                <a:cs typeface="Times New Roman"/>
              </a:rPr>
              <a:t> Syed et al., “Zero Trust Architecture (ZTA): A Comprehensive Survey,” IEEE Access, 2022.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883FF3F-B735-9FB2-AB06-76CC1881EE54}"/>
              </a:ext>
            </a:extLst>
          </p:cNvPr>
          <p:cNvSpPr txBox="1"/>
          <p:nvPr/>
        </p:nvSpPr>
        <p:spPr>
          <a:xfrm>
            <a:off x="8848090" y="64331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D93581D-7D9D-BBFD-B6B7-307CEE069D6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238172" y="6469479"/>
            <a:ext cx="1892934" cy="218440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US" dirty="0"/>
              <a:t>Monday, October 5, 2026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DD736C-8547-E6DA-44B6-82F4242377F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42875" y="6461281"/>
            <a:ext cx="5255045" cy="205184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lang="en-IN" spc="-2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4C64C4-F6C5-E021-AA87-FF730AE48D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lang="en-IN" spc="-50" smtClean="0"/>
              <a:t>6</a:t>
            </a:fld>
            <a:endParaRPr lang="en-IN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5D814-8F76-4F31-A4D3-F0C7B40E315A}"/>
              </a:ext>
            </a:extLst>
          </p:cNvPr>
          <p:cNvSpPr txBox="1"/>
          <p:nvPr/>
        </p:nvSpPr>
        <p:spPr>
          <a:xfrm>
            <a:off x="1143000" y="1828800"/>
            <a:ext cx="712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Toward Zero-Trust IoT Networks via Per-Packet Authorization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1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79" y="1778952"/>
            <a:ext cx="3143885" cy="2206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3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Architecture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3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2200" spc="-10" dirty="0">
                <a:latin typeface="Times New Roman"/>
                <a:cs typeface="Times New Roman"/>
              </a:rPr>
              <a:t>Pre-</a:t>
            </a: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Filter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Recover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3490" y="1702625"/>
            <a:ext cx="10115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Image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4123" y="2290572"/>
            <a:ext cx="2441575" cy="53086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4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38239" y="19888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900"/>
                </a:lnTo>
                <a:lnTo>
                  <a:pt x="1650" y="218947"/>
                </a:lnTo>
                <a:lnTo>
                  <a:pt x="51180" y="304800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50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64123" y="32781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7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Filter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37984" y="2820923"/>
            <a:ext cx="103505" cy="457200"/>
          </a:xfrm>
          <a:custGeom>
            <a:avLst/>
            <a:gdLst/>
            <a:ahLst/>
            <a:cxnLst/>
            <a:rect l="l" t="t" r="r" b="b"/>
            <a:pathLst>
              <a:path w="103504" h="457200">
                <a:moveTo>
                  <a:pt x="7112" y="361061"/>
                </a:moveTo>
                <a:lnTo>
                  <a:pt x="4064" y="362712"/>
                </a:lnTo>
                <a:lnTo>
                  <a:pt x="1016" y="364489"/>
                </a:lnTo>
                <a:lnTo>
                  <a:pt x="0" y="368426"/>
                </a:lnTo>
                <a:lnTo>
                  <a:pt x="51435" y="457200"/>
                </a:lnTo>
                <a:lnTo>
                  <a:pt x="58844" y="444626"/>
                </a:lnTo>
                <a:lnTo>
                  <a:pt x="45085" y="444626"/>
                </a:lnTo>
                <a:lnTo>
                  <a:pt x="45172" y="420992"/>
                </a:lnTo>
                <a:lnTo>
                  <a:pt x="11049" y="362076"/>
                </a:lnTo>
                <a:lnTo>
                  <a:pt x="7112" y="361061"/>
                </a:lnTo>
                <a:close/>
              </a:path>
              <a:path w="103504" h="457200">
                <a:moveTo>
                  <a:pt x="45292" y="421199"/>
                </a:moveTo>
                <a:lnTo>
                  <a:pt x="45131" y="431981"/>
                </a:lnTo>
                <a:lnTo>
                  <a:pt x="45085" y="444626"/>
                </a:lnTo>
                <a:lnTo>
                  <a:pt x="57785" y="444626"/>
                </a:lnTo>
                <a:lnTo>
                  <a:pt x="57796" y="441451"/>
                </a:lnTo>
                <a:lnTo>
                  <a:pt x="45974" y="441451"/>
                </a:lnTo>
                <a:lnTo>
                  <a:pt x="51537" y="431981"/>
                </a:lnTo>
                <a:lnTo>
                  <a:pt x="45292" y="421199"/>
                </a:lnTo>
                <a:close/>
              </a:path>
              <a:path w="103504" h="457200">
                <a:moveTo>
                  <a:pt x="96393" y="361314"/>
                </a:moveTo>
                <a:lnTo>
                  <a:pt x="92456" y="362330"/>
                </a:lnTo>
                <a:lnTo>
                  <a:pt x="57993" y="420992"/>
                </a:lnTo>
                <a:lnTo>
                  <a:pt x="57871" y="421199"/>
                </a:lnTo>
                <a:lnTo>
                  <a:pt x="57785" y="444626"/>
                </a:lnTo>
                <a:lnTo>
                  <a:pt x="58844" y="444626"/>
                </a:lnTo>
                <a:lnTo>
                  <a:pt x="101726" y="371855"/>
                </a:lnTo>
                <a:lnTo>
                  <a:pt x="103505" y="368808"/>
                </a:lnTo>
                <a:lnTo>
                  <a:pt x="102489" y="364871"/>
                </a:lnTo>
                <a:lnTo>
                  <a:pt x="96393" y="361314"/>
                </a:lnTo>
                <a:close/>
              </a:path>
              <a:path w="103504" h="457200">
                <a:moveTo>
                  <a:pt x="51537" y="431981"/>
                </a:moveTo>
                <a:lnTo>
                  <a:pt x="45974" y="441451"/>
                </a:lnTo>
                <a:lnTo>
                  <a:pt x="57023" y="441451"/>
                </a:lnTo>
                <a:lnTo>
                  <a:pt x="51537" y="431981"/>
                </a:lnTo>
                <a:close/>
              </a:path>
              <a:path w="103504" h="457200">
                <a:moveTo>
                  <a:pt x="57871" y="421199"/>
                </a:moveTo>
                <a:lnTo>
                  <a:pt x="51537" y="431981"/>
                </a:lnTo>
                <a:lnTo>
                  <a:pt x="57023" y="441451"/>
                </a:lnTo>
                <a:lnTo>
                  <a:pt x="57796" y="441451"/>
                </a:lnTo>
                <a:lnTo>
                  <a:pt x="57871" y="421199"/>
                </a:lnTo>
                <a:close/>
              </a:path>
              <a:path w="103504" h="457200">
                <a:moveTo>
                  <a:pt x="59436" y="0"/>
                </a:moveTo>
                <a:lnTo>
                  <a:pt x="46736" y="0"/>
                </a:lnTo>
                <a:lnTo>
                  <a:pt x="45395" y="361061"/>
                </a:lnTo>
                <a:lnTo>
                  <a:pt x="45292" y="421199"/>
                </a:lnTo>
                <a:lnTo>
                  <a:pt x="51537" y="431981"/>
                </a:lnTo>
                <a:lnTo>
                  <a:pt x="57871" y="421199"/>
                </a:lnTo>
                <a:lnTo>
                  <a:pt x="59436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4123" y="41925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Recover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8111" y="3817620"/>
            <a:ext cx="103505" cy="381000"/>
          </a:xfrm>
          <a:custGeom>
            <a:avLst/>
            <a:gdLst/>
            <a:ahLst/>
            <a:cxnLst/>
            <a:rect l="l" t="t" r="r" b="b"/>
            <a:pathLst>
              <a:path w="103504" h="381000">
                <a:moveTo>
                  <a:pt x="7112" y="284733"/>
                </a:moveTo>
                <a:lnTo>
                  <a:pt x="1016" y="288289"/>
                </a:lnTo>
                <a:lnTo>
                  <a:pt x="0" y="292226"/>
                </a:lnTo>
                <a:lnTo>
                  <a:pt x="1778" y="295274"/>
                </a:lnTo>
                <a:lnTo>
                  <a:pt x="51308" y="380999"/>
                </a:lnTo>
                <a:lnTo>
                  <a:pt x="58717" y="368426"/>
                </a:lnTo>
                <a:lnTo>
                  <a:pt x="44958" y="368426"/>
                </a:lnTo>
                <a:lnTo>
                  <a:pt x="45063" y="344823"/>
                </a:lnTo>
                <a:lnTo>
                  <a:pt x="10922" y="285876"/>
                </a:lnTo>
                <a:lnTo>
                  <a:pt x="7112" y="284733"/>
                </a:lnTo>
                <a:close/>
              </a:path>
              <a:path w="103504" h="381000">
                <a:moveTo>
                  <a:pt x="45184" y="345032"/>
                </a:moveTo>
                <a:lnTo>
                  <a:pt x="45014" y="355796"/>
                </a:lnTo>
                <a:lnTo>
                  <a:pt x="44958" y="368426"/>
                </a:lnTo>
                <a:lnTo>
                  <a:pt x="57658" y="368426"/>
                </a:lnTo>
                <a:lnTo>
                  <a:pt x="57672" y="365251"/>
                </a:lnTo>
                <a:lnTo>
                  <a:pt x="45847" y="365251"/>
                </a:lnTo>
                <a:lnTo>
                  <a:pt x="51419" y="355796"/>
                </a:lnTo>
                <a:lnTo>
                  <a:pt x="45184" y="345032"/>
                </a:lnTo>
                <a:close/>
              </a:path>
              <a:path w="103504" h="381000">
                <a:moveTo>
                  <a:pt x="96266" y="285114"/>
                </a:moveTo>
                <a:lnTo>
                  <a:pt x="92456" y="286130"/>
                </a:lnTo>
                <a:lnTo>
                  <a:pt x="90678" y="289178"/>
                </a:lnTo>
                <a:lnTo>
                  <a:pt x="57885" y="344823"/>
                </a:lnTo>
                <a:lnTo>
                  <a:pt x="57762" y="345032"/>
                </a:lnTo>
                <a:lnTo>
                  <a:pt x="57658" y="368426"/>
                </a:lnTo>
                <a:lnTo>
                  <a:pt x="58717" y="368426"/>
                </a:lnTo>
                <a:lnTo>
                  <a:pt x="101600" y="295655"/>
                </a:lnTo>
                <a:lnTo>
                  <a:pt x="103378" y="292607"/>
                </a:lnTo>
                <a:lnTo>
                  <a:pt x="102362" y="288670"/>
                </a:lnTo>
                <a:lnTo>
                  <a:pt x="96266" y="285114"/>
                </a:lnTo>
                <a:close/>
              </a:path>
              <a:path w="103504" h="381000">
                <a:moveTo>
                  <a:pt x="51419" y="355796"/>
                </a:moveTo>
                <a:lnTo>
                  <a:pt x="45847" y="365251"/>
                </a:lnTo>
                <a:lnTo>
                  <a:pt x="56896" y="365251"/>
                </a:lnTo>
                <a:lnTo>
                  <a:pt x="51419" y="355796"/>
                </a:lnTo>
                <a:close/>
              </a:path>
              <a:path w="103504" h="381000">
                <a:moveTo>
                  <a:pt x="57762" y="345032"/>
                </a:moveTo>
                <a:lnTo>
                  <a:pt x="51419" y="355796"/>
                </a:lnTo>
                <a:lnTo>
                  <a:pt x="56896" y="365251"/>
                </a:lnTo>
                <a:lnTo>
                  <a:pt x="57672" y="365251"/>
                </a:lnTo>
                <a:lnTo>
                  <a:pt x="57762" y="345032"/>
                </a:lnTo>
                <a:close/>
              </a:path>
              <a:path w="103504" h="381000">
                <a:moveTo>
                  <a:pt x="59309" y="0"/>
                </a:moveTo>
                <a:lnTo>
                  <a:pt x="46609" y="0"/>
                </a:lnTo>
                <a:lnTo>
                  <a:pt x="45333" y="284733"/>
                </a:lnTo>
                <a:lnTo>
                  <a:pt x="45299" y="292226"/>
                </a:lnTo>
                <a:lnTo>
                  <a:pt x="45184" y="345032"/>
                </a:lnTo>
                <a:lnTo>
                  <a:pt x="51419" y="355796"/>
                </a:lnTo>
                <a:lnTo>
                  <a:pt x="57762" y="345032"/>
                </a:lnTo>
                <a:lnTo>
                  <a:pt x="59309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38239" y="47320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899"/>
                </a:lnTo>
                <a:lnTo>
                  <a:pt x="1650" y="218947"/>
                </a:lnTo>
                <a:lnTo>
                  <a:pt x="51180" y="304799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49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9975" y="5059743"/>
            <a:ext cx="3005455" cy="714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Our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79" y="1778952"/>
            <a:ext cx="3143885" cy="2206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3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Architecture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3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2200" spc="-10" dirty="0">
                <a:latin typeface="Times New Roman"/>
                <a:cs typeface="Times New Roman"/>
              </a:rPr>
              <a:t>Pre-</a:t>
            </a: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Filter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Recover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3490" y="1702625"/>
            <a:ext cx="10115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Image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4123" y="2290572"/>
            <a:ext cx="2441575" cy="53086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4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38239" y="19888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900"/>
                </a:lnTo>
                <a:lnTo>
                  <a:pt x="1650" y="218947"/>
                </a:lnTo>
                <a:lnTo>
                  <a:pt x="51180" y="304800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50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64123" y="32781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7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Filter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37984" y="2820923"/>
            <a:ext cx="103505" cy="457200"/>
          </a:xfrm>
          <a:custGeom>
            <a:avLst/>
            <a:gdLst/>
            <a:ahLst/>
            <a:cxnLst/>
            <a:rect l="l" t="t" r="r" b="b"/>
            <a:pathLst>
              <a:path w="103504" h="457200">
                <a:moveTo>
                  <a:pt x="7112" y="361061"/>
                </a:moveTo>
                <a:lnTo>
                  <a:pt x="4064" y="362712"/>
                </a:lnTo>
                <a:lnTo>
                  <a:pt x="1016" y="364489"/>
                </a:lnTo>
                <a:lnTo>
                  <a:pt x="0" y="368426"/>
                </a:lnTo>
                <a:lnTo>
                  <a:pt x="51435" y="457200"/>
                </a:lnTo>
                <a:lnTo>
                  <a:pt x="58844" y="444626"/>
                </a:lnTo>
                <a:lnTo>
                  <a:pt x="45085" y="444626"/>
                </a:lnTo>
                <a:lnTo>
                  <a:pt x="45172" y="420992"/>
                </a:lnTo>
                <a:lnTo>
                  <a:pt x="11049" y="362076"/>
                </a:lnTo>
                <a:lnTo>
                  <a:pt x="7112" y="361061"/>
                </a:lnTo>
                <a:close/>
              </a:path>
              <a:path w="103504" h="457200">
                <a:moveTo>
                  <a:pt x="45292" y="421199"/>
                </a:moveTo>
                <a:lnTo>
                  <a:pt x="45131" y="431981"/>
                </a:lnTo>
                <a:lnTo>
                  <a:pt x="45085" y="444626"/>
                </a:lnTo>
                <a:lnTo>
                  <a:pt x="57785" y="444626"/>
                </a:lnTo>
                <a:lnTo>
                  <a:pt x="57796" y="441451"/>
                </a:lnTo>
                <a:lnTo>
                  <a:pt x="45974" y="441451"/>
                </a:lnTo>
                <a:lnTo>
                  <a:pt x="51537" y="431981"/>
                </a:lnTo>
                <a:lnTo>
                  <a:pt x="45292" y="421199"/>
                </a:lnTo>
                <a:close/>
              </a:path>
              <a:path w="103504" h="457200">
                <a:moveTo>
                  <a:pt x="96393" y="361314"/>
                </a:moveTo>
                <a:lnTo>
                  <a:pt x="92456" y="362330"/>
                </a:lnTo>
                <a:lnTo>
                  <a:pt x="57993" y="420992"/>
                </a:lnTo>
                <a:lnTo>
                  <a:pt x="57871" y="421199"/>
                </a:lnTo>
                <a:lnTo>
                  <a:pt x="57785" y="444626"/>
                </a:lnTo>
                <a:lnTo>
                  <a:pt x="58844" y="444626"/>
                </a:lnTo>
                <a:lnTo>
                  <a:pt x="101726" y="371855"/>
                </a:lnTo>
                <a:lnTo>
                  <a:pt x="103505" y="368808"/>
                </a:lnTo>
                <a:lnTo>
                  <a:pt x="102489" y="364871"/>
                </a:lnTo>
                <a:lnTo>
                  <a:pt x="96393" y="361314"/>
                </a:lnTo>
                <a:close/>
              </a:path>
              <a:path w="103504" h="457200">
                <a:moveTo>
                  <a:pt x="51537" y="431981"/>
                </a:moveTo>
                <a:lnTo>
                  <a:pt x="45974" y="441451"/>
                </a:lnTo>
                <a:lnTo>
                  <a:pt x="57023" y="441451"/>
                </a:lnTo>
                <a:lnTo>
                  <a:pt x="51537" y="431981"/>
                </a:lnTo>
                <a:close/>
              </a:path>
              <a:path w="103504" h="457200">
                <a:moveTo>
                  <a:pt x="57871" y="421199"/>
                </a:moveTo>
                <a:lnTo>
                  <a:pt x="51537" y="431981"/>
                </a:lnTo>
                <a:lnTo>
                  <a:pt x="57023" y="441451"/>
                </a:lnTo>
                <a:lnTo>
                  <a:pt x="57796" y="441451"/>
                </a:lnTo>
                <a:lnTo>
                  <a:pt x="57871" y="421199"/>
                </a:lnTo>
                <a:close/>
              </a:path>
              <a:path w="103504" h="457200">
                <a:moveTo>
                  <a:pt x="59436" y="0"/>
                </a:moveTo>
                <a:lnTo>
                  <a:pt x="46736" y="0"/>
                </a:lnTo>
                <a:lnTo>
                  <a:pt x="45395" y="361061"/>
                </a:lnTo>
                <a:lnTo>
                  <a:pt x="45292" y="421199"/>
                </a:lnTo>
                <a:lnTo>
                  <a:pt x="51537" y="431981"/>
                </a:lnTo>
                <a:lnTo>
                  <a:pt x="57871" y="421199"/>
                </a:lnTo>
                <a:lnTo>
                  <a:pt x="59436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4123" y="41925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Recover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8111" y="3817620"/>
            <a:ext cx="103505" cy="381000"/>
          </a:xfrm>
          <a:custGeom>
            <a:avLst/>
            <a:gdLst/>
            <a:ahLst/>
            <a:cxnLst/>
            <a:rect l="l" t="t" r="r" b="b"/>
            <a:pathLst>
              <a:path w="103504" h="381000">
                <a:moveTo>
                  <a:pt x="7112" y="284733"/>
                </a:moveTo>
                <a:lnTo>
                  <a:pt x="1016" y="288289"/>
                </a:lnTo>
                <a:lnTo>
                  <a:pt x="0" y="292226"/>
                </a:lnTo>
                <a:lnTo>
                  <a:pt x="1778" y="295274"/>
                </a:lnTo>
                <a:lnTo>
                  <a:pt x="51308" y="380999"/>
                </a:lnTo>
                <a:lnTo>
                  <a:pt x="58717" y="368426"/>
                </a:lnTo>
                <a:lnTo>
                  <a:pt x="44958" y="368426"/>
                </a:lnTo>
                <a:lnTo>
                  <a:pt x="45063" y="344823"/>
                </a:lnTo>
                <a:lnTo>
                  <a:pt x="10922" y="285876"/>
                </a:lnTo>
                <a:lnTo>
                  <a:pt x="7112" y="284733"/>
                </a:lnTo>
                <a:close/>
              </a:path>
              <a:path w="103504" h="381000">
                <a:moveTo>
                  <a:pt x="45184" y="345032"/>
                </a:moveTo>
                <a:lnTo>
                  <a:pt x="45014" y="355796"/>
                </a:lnTo>
                <a:lnTo>
                  <a:pt x="44958" y="368426"/>
                </a:lnTo>
                <a:lnTo>
                  <a:pt x="57658" y="368426"/>
                </a:lnTo>
                <a:lnTo>
                  <a:pt x="57672" y="365251"/>
                </a:lnTo>
                <a:lnTo>
                  <a:pt x="45847" y="365251"/>
                </a:lnTo>
                <a:lnTo>
                  <a:pt x="51419" y="355796"/>
                </a:lnTo>
                <a:lnTo>
                  <a:pt x="45184" y="345032"/>
                </a:lnTo>
                <a:close/>
              </a:path>
              <a:path w="103504" h="381000">
                <a:moveTo>
                  <a:pt x="96266" y="285114"/>
                </a:moveTo>
                <a:lnTo>
                  <a:pt x="92456" y="286130"/>
                </a:lnTo>
                <a:lnTo>
                  <a:pt x="90678" y="289178"/>
                </a:lnTo>
                <a:lnTo>
                  <a:pt x="57885" y="344823"/>
                </a:lnTo>
                <a:lnTo>
                  <a:pt x="57762" y="345032"/>
                </a:lnTo>
                <a:lnTo>
                  <a:pt x="57658" y="368426"/>
                </a:lnTo>
                <a:lnTo>
                  <a:pt x="58717" y="368426"/>
                </a:lnTo>
                <a:lnTo>
                  <a:pt x="101600" y="295655"/>
                </a:lnTo>
                <a:lnTo>
                  <a:pt x="103378" y="292607"/>
                </a:lnTo>
                <a:lnTo>
                  <a:pt x="102362" y="288670"/>
                </a:lnTo>
                <a:lnTo>
                  <a:pt x="96266" y="285114"/>
                </a:lnTo>
                <a:close/>
              </a:path>
              <a:path w="103504" h="381000">
                <a:moveTo>
                  <a:pt x="51419" y="355796"/>
                </a:moveTo>
                <a:lnTo>
                  <a:pt x="45847" y="365251"/>
                </a:lnTo>
                <a:lnTo>
                  <a:pt x="56896" y="365251"/>
                </a:lnTo>
                <a:lnTo>
                  <a:pt x="51419" y="355796"/>
                </a:lnTo>
                <a:close/>
              </a:path>
              <a:path w="103504" h="381000">
                <a:moveTo>
                  <a:pt x="57762" y="345032"/>
                </a:moveTo>
                <a:lnTo>
                  <a:pt x="51419" y="355796"/>
                </a:lnTo>
                <a:lnTo>
                  <a:pt x="56896" y="365251"/>
                </a:lnTo>
                <a:lnTo>
                  <a:pt x="57672" y="365251"/>
                </a:lnTo>
                <a:lnTo>
                  <a:pt x="57762" y="345032"/>
                </a:lnTo>
                <a:close/>
              </a:path>
              <a:path w="103504" h="381000">
                <a:moveTo>
                  <a:pt x="59309" y="0"/>
                </a:moveTo>
                <a:lnTo>
                  <a:pt x="46609" y="0"/>
                </a:lnTo>
                <a:lnTo>
                  <a:pt x="45333" y="284733"/>
                </a:lnTo>
                <a:lnTo>
                  <a:pt x="45299" y="292226"/>
                </a:lnTo>
                <a:lnTo>
                  <a:pt x="45184" y="345032"/>
                </a:lnTo>
                <a:lnTo>
                  <a:pt x="51419" y="355796"/>
                </a:lnTo>
                <a:lnTo>
                  <a:pt x="57762" y="345032"/>
                </a:lnTo>
                <a:lnTo>
                  <a:pt x="59309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38239" y="47320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899"/>
                </a:lnTo>
                <a:lnTo>
                  <a:pt x="1650" y="218947"/>
                </a:lnTo>
                <a:lnTo>
                  <a:pt x="51180" y="304799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49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9975" y="5059743"/>
            <a:ext cx="3005455" cy="714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Our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563054"/>
            <a:ext cx="6438900" cy="147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100"/>
              </a:spcBef>
            </a:pPr>
            <a:r>
              <a:rPr u="none" dirty="0"/>
              <a:t>4.</a:t>
            </a:r>
            <a:r>
              <a:rPr u="none" spc="-10" dirty="0"/>
              <a:t> </a:t>
            </a:r>
            <a:r>
              <a:rPr dirty="0"/>
              <a:t>SYSTEM</a:t>
            </a:r>
            <a:r>
              <a:rPr spc="5" dirty="0"/>
              <a:t> </a:t>
            </a:r>
            <a:r>
              <a:rPr spc="-3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2780"/>
              </a:spcBef>
            </a:pPr>
            <a:r>
              <a:rPr dirty="0"/>
              <a:t>SYSTEM</a:t>
            </a:r>
            <a:r>
              <a:rPr spc="-2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458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079" y="1778952"/>
            <a:ext cx="3143885" cy="2206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3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Architecture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3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2200" spc="-10" dirty="0">
                <a:latin typeface="Times New Roman"/>
                <a:cs typeface="Times New Roman"/>
              </a:rPr>
              <a:t>Pre-</a:t>
            </a: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Filter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527050" algn="l"/>
              </a:tabLst>
            </a:pPr>
            <a:r>
              <a:rPr sz="2200" dirty="0">
                <a:latin typeface="Times New Roman"/>
                <a:cs typeface="Times New Roman"/>
              </a:rPr>
              <a:t>Recover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3490" y="1702625"/>
            <a:ext cx="10115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Image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4123" y="2290572"/>
            <a:ext cx="2441575" cy="53086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4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38239" y="19888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900"/>
                </a:lnTo>
                <a:lnTo>
                  <a:pt x="1650" y="218947"/>
                </a:lnTo>
                <a:lnTo>
                  <a:pt x="51180" y="304800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50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64123" y="32781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7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Filter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37984" y="2820923"/>
            <a:ext cx="103505" cy="457200"/>
          </a:xfrm>
          <a:custGeom>
            <a:avLst/>
            <a:gdLst/>
            <a:ahLst/>
            <a:cxnLst/>
            <a:rect l="l" t="t" r="r" b="b"/>
            <a:pathLst>
              <a:path w="103504" h="457200">
                <a:moveTo>
                  <a:pt x="7112" y="361061"/>
                </a:moveTo>
                <a:lnTo>
                  <a:pt x="4064" y="362712"/>
                </a:lnTo>
                <a:lnTo>
                  <a:pt x="1016" y="364489"/>
                </a:lnTo>
                <a:lnTo>
                  <a:pt x="0" y="368426"/>
                </a:lnTo>
                <a:lnTo>
                  <a:pt x="51435" y="457200"/>
                </a:lnTo>
                <a:lnTo>
                  <a:pt x="58844" y="444626"/>
                </a:lnTo>
                <a:lnTo>
                  <a:pt x="45085" y="444626"/>
                </a:lnTo>
                <a:lnTo>
                  <a:pt x="45172" y="420992"/>
                </a:lnTo>
                <a:lnTo>
                  <a:pt x="11049" y="362076"/>
                </a:lnTo>
                <a:lnTo>
                  <a:pt x="7112" y="361061"/>
                </a:lnTo>
                <a:close/>
              </a:path>
              <a:path w="103504" h="457200">
                <a:moveTo>
                  <a:pt x="45292" y="421199"/>
                </a:moveTo>
                <a:lnTo>
                  <a:pt x="45131" y="431981"/>
                </a:lnTo>
                <a:lnTo>
                  <a:pt x="45085" y="444626"/>
                </a:lnTo>
                <a:lnTo>
                  <a:pt x="57785" y="444626"/>
                </a:lnTo>
                <a:lnTo>
                  <a:pt x="57796" y="441451"/>
                </a:lnTo>
                <a:lnTo>
                  <a:pt x="45974" y="441451"/>
                </a:lnTo>
                <a:lnTo>
                  <a:pt x="51537" y="431981"/>
                </a:lnTo>
                <a:lnTo>
                  <a:pt x="45292" y="421199"/>
                </a:lnTo>
                <a:close/>
              </a:path>
              <a:path w="103504" h="457200">
                <a:moveTo>
                  <a:pt x="96393" y="361314"/>
                </a:moveTo>
                <a:lnTo>
                  <a:pt x="92456" y="362330"/>
                </a:lnTo>
                <a:lnTo>
                  <a:pt x="57993" y="420992"/>
                </a:lnTo>
                <a:lnTo>
                  <a:pt x="57871" y="421199"/>
                </a:lnTo>
                <a:lnTo>
                  <a:pt x="57785" y="444626"/>
                </a:lnTo>
                <a:lnTo>
                  <a:pt x="58844" y="444626"/>
                </a:lnTo>
                <a:lnTo>
                  <a:pt x="101726" y="371855"/>
                </a:lnTo>
                <a:lnTo>
                  <a:pt x="103505" y="368808"/>
                </a:lnTo>
                <a:lnTo>
                  <a:pt x="102489" y="364871"/>
                </a:lnTo>
                <a:lnTo>
                  <a:pt x="96393" y="361314"/>
                </a:lnTo>
                <a:close/>
              </a:path>
              <a:path w="103504" h="457200">
                <a:moveTo>
                  <a:pt x="51537" y="431981"/>
                </a:moveTo>
                <a:lnTo>
                  <a:pt x="45974" y="441451"/>
                </a:lnTo>
                <a:lnTo>
                  <a:pt x="57023" y="441451"/>
                </a:lnTo>
                <a:lnTo>
                  <a:pt x="51537" y="431981"/>
                </a:lnTo>
                <a:close/>
              </a:path>
              <a:path w="103504" h="457200">
                <a:moveTo>
                  <a:pt x="57871" y="421199"/>
                </a:moveTo>
                <a:lnTo>
                  <a:pt x="51537" y="431981"/>
                </a:lnTo>
                <a:lnTo>
                  <a:pt x="57023" y="441451"/>
                </a:lnTo>
                <a:lnTo>
                  <a:pt x="57796" y="441451"/>
                </a:lnTo>
                <a:lnTo>
                  <a:pt x="57871" y="421199"/>
                </a:lnTo>
                <a:close/>
              </a:path>
              <a:path w="103504" h="457200">
                <a:moveTo>
                  <a:pt x="59436" y="0"/>
                </a:moveTo>
                <a:lnTo>
                  <a:pt x="46736" y="0"/>
                </a:lnTo>
                <a:lnTo>
                  <a:pt x="45395" y="361061"/>
                </a:lnTo>
                <a:lnTo>
                  <a:pt x="45292" y="421199"/>
                </a:lnTo>
                <a:lnTo>
                  <a:pt x="51537" y="431981"/>
                </a:lnTo>
                <a:lnTo>
                  <a:pt x="57871" y="421199"/>
                </a:lnTo>
                <a:lnTo>
                  <a:pt x="59436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4123" y="4192523"/>
            <a:ext cx="2441575" cy="5397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Recover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8111" y="3817620"/>
            <a:ext cx="103505" cy="381000"/>
          </a:xfrm>
          <a:custGeom>
            <a:avLst/>
            <a:gdLst/>
            <a:ahLst/>
            <a:cxnLst/>
            <a:rect l="l" t="t" r="r" b="b"/>
            <a:pathLst>
              <a:path w="103504" h="381000">
                <a:moveTo>
                  <a:pt x="7112" y="284733"/>
                </a:moveTo>
                <a:lnTo>
                  <a:pt x="1016" y="288289"/>
                </a:lnTo>
                <a:lnTo>
                  <a:pt x="0" y="292226"/>
                </a:lnTo>
                <a:lnTo>
                  <a:pt x="1778" y="295274"/>
                </a:lnTo>
                <a:lnTo>
                  <a:pt x="51308" y="380999"/>
                </a:lnTo>
                <a:lnTo>
                  <a:pt x="58717" y="368426"/>
                </a:lnTo>
                <a:lnTo>
                  <a:pt x="44958" y="368426"/>
                </a:lnTo>
                <a:lnTo>
                  <a:pt x="45063" y="344823"/>
                </a:lnTo>
                <a:lnTo>
                  <a:pt x="10922" y="285876"/>
                </a:lnTo>
                <a:lnTo>
                  <a:pt x="7112" y="284733"/>
                </a:lnTo>
                <a:close/>
              </a:path>
              <a:path w="103504" h="381000">
                <a:moveTo>
                  <a:pt x="45184" y="345032"/>
                </a:moveTo>
                <a:lnTo>
                  <a:pt x="45014" y="355796"/>
                </a:lnTo>
                <a:lnTo>
                  <a:pt x="44958" y="368426"/>
                </a:lnTo>
                <a:lnTo>
                  <a:pt x="57658" y="368426"/>
                </a:lnTo>
                <a:lnTo>
                  <a:pt x="57672" y="365251"/>
                </a:lnTo>
                <a:lnTo>
                  <a:pt x="45847" y="365251"/>
                </a:lnTo>
                <a:lnTo>
                  <a:pt x="51419" y="355796"/>
                </a:lnTo>
                <a:lnTo>
                  <a:pt x="45184" y="345032"/>
                </a:lnTo>
                <a:close/>
              </a:path>
              <a:path w="103504" h="381000">
                <a:moveTo>
                  <a:pt x="96266" y="285114"/>
                </a:moveTo>
                <a:lnTo>
                  <a:pt x="92456" y="286130"/>
                </a:lnTo>
                <a:lnTo>
                  <a:pt x="90678" y="289178"/>
                </a:lnTo>
                <a:lnTo>
                  <a:pt x="57885" y="344823"/>
                </a:lnTo>
                <a:lnTo>
                  <a:pt x="57762" y="345032"/>
                </a:lnTo>
                <a:lnTo>
                  <a:pt x="57658" y="368426"/>
                </a:lnTo>
                <a:lnTo>
                  <a:pt x="58717" y="368426"/>
                </a:lnTo>
                <a:lnTo>
                  <a:pt x="101600" y="295655"/>
                </a:lnTo>
                <a:lnTo>
                  <a:pt x="103378" y="292607"/>
                </a:lnTo>
                <a:lnTo>
                  <a:pt x="102362" y="288670"/>
                </a:lnTo>
                <a:lnTo>
                  <a:pt x="96266" y="285114"/>
                </a:lnTo>
                <a:close/>
              </a:path>
              <a:path w="103504" h="381000">
                <a:moveTo>
                  <a:pt x="51419" y="355796"/>
                </a:moveTo>
                <a:lnTo>
                  <a:pt x="45847" y="365251"/>
                </a:lnTo>
                <a:lnTo>
                  <a:pt x="56896" y="365251"/>
                </a:lnTo>
                <a:lnTo>
                  <a:pt x="51419" y="355796"/>
                </a:lnTo>
                <a:close/>
              </a:path>
              <a:path w="103504" h="381000">
                <a:moveTo>
                  <a:pt x="57762" y="345032"/>
                </a:moveTo>
                <a:lnTo>
                  <a:pt x="51419" y="355796"/>
                </a:lnTo>
                <a:lnTo>
                  <a:pt x="56896" y="365251"/>
                </a:lnTo>
                <a:lnTo>
                  <a:pt x="57672" y="365251"/>
                </a:lnTo>
                <a:lnTo>
                  <a:pt x="57762" y="345032"/>
                </a:lnTo>
                <a:close/>
              </a:path>
              <a:path w="103504" h="381000">
                <a:moveTo>
                  <a:pt x="59309" y="0"/>
                </a:moveTo>
                <a:lnTo>
                  <a:pt x="46609" y="0"/>
                </a:lnTo>
                <a:lnTo>
                  <a:pt x="45333" y="284733"/>
                </a:lnTo>
                <a:lnTo>
                  <a:pt x="45299" y="292226"/>
                </a:lnTo>
                <a:lnTo>
                  <a:pt x="45184" y="345032"/>
                </a:lnTo>
                <a:lnTo>
                  <a:pt x="51419" y="355796"/>
                </a:lnTo>
                <a:lnTo>
                  <a:pt x="57762" y="345032"/>
                </a:lnTo>
                <a:lnTo>
                  <a:pt x="59309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38239" y="4732020"/>
            <a:ext cx="103505" cy="304800"/>
          </a:xfrm>
          <a:custGeom>
            <a:avLst/>
            <a:gdLst/>
            <a:ahLst/>
            <a:cxnLst/>
            <a:rect l="l" t="t" r="r" b="b"/>
            <a:pathLst>
              <a:path w="103504" h="304800">
                <a:moveTo>
                  <a:pt x="7111" y="208533"/>
                </a:moveTo>
                <a:lnTo>
                  <a:pt x="1015" y="212089"/>
                </a:lnTo>
                <a:lnTo>
                  <a:pt x="0" y="215899"/>
                </a:lnTo>
                <a:lnTo>
                  <a:pt x="1650" y="218947"/>
                </a:lnTo>
                <a:lnTo>
                  <a:pt x="51180" y="304799"/>
                </a:lnTo>
                <a:lnTo>
                  <a:pt x="58608" y="292226"/>
                </a:lnTo>
                <a:lnTo>
                  <a:pt x="44957" y="292226"/>
                </a:lnTo>
                <a:lnTo>
                  <a:pt x="45080" y="268643"/>
                </a:lnTo>
                <a:lnTo>
                  <a:pt x="12700" y="212597"/>
                </a:lnTo>
                <a:lnTo>
                  <a:pt x="10921" y="209549"/>
                </a:lnTo>
                <a:lnTo>
                  <a:pt x="7111" y="208533"/>
                </a:lnTo>
                <a:close/>
              </a:path>
              <a:path w="103504" h="304800">
                <a:moveTo>
                  <a:pt x="45080" y="268773"/>
                </a:moveTo>
                <a:lnTo>
                  <a:pt x="44957" y="292226"/>
                </a:lnTo>
                <a:lnTo>
                  <a:pt x="57657" y="292226"/>
                </a:lnTo>
                <a:lnTo>
                  <a:pt x="57674" y="289051"/>
                </a:lnTo>
                <a:lnTo>
                  <a:pt x="45719" y="289051"/>
                </a:lnTo>
                <a:lnTo>
                  <a:pt x="51313" y="279587"/>
                </a:lnTo>
                <a:lnTo>
                  <a:pt x="45080" y="268773"/>
                </a:lnTo>
                <a:close/>
              </a:path>
              <a:path w="103504" h="304800">
                <a:moveTo>
                  <a:pt x="96265" y="209041"/>
                </a:moveTo>
                <a:lnTo>
                  <a:pt x="92455" y="210057"/>
                </a:lnTo>
                <a:lnTo>
                  <a:pt x="90677" y="212978"/>
                </a:lnTo>
                <a:lnTo>
                  <a:pt x="57780" y="268643"/>
                </a:lnTo>
                <a:lnTo>
                  <a:pt x="57657" y="292226"/>
                </a:lnTo>
                <a:lnTo>
                  <a:pt x="58608" y="292226"/>
                </a:lnTo>
                <a:lnTo>
                  <a:pt x="101600" y="219455"/>
                </a:lnTo>
                <a:lnTo>
                  <a:pt x="103377" y="216407"/>
                </a:lnTo>
                <a:lnTo>
                  <a:pt x="102463" y="212978"/>
                </a:lnTo>
                <a:lnTo>
                  <a:pt x="102361" y="212597"/>
                </a:lnTo>
                <a:lnTo>
                  <a:pt x="96265" y="209041"/>
                </a:lnTo>
                <a:close/>
              </a:path>
              <a:path w="103504" h="304800">
                <a:moveTo>
                  <a:pt x="51313" y="279587"/>
                </a:moveTo>
                <a:lnTo>
                  <a:pt x="45719" y="289051"/>
                </a:lnTo>
                <a:lnTo>
                  <a:pt x="56768" y="289051"/>
                </a:lnTo>
                <a:lnTo>
                  <a:pt x="51313" y="279587"/>
                </a:lnTo>
                <a:close/>
              </a:path>
              <a:path w="103504" h="304800">
                <a:moveTo>
                  <a:pt x="57780" y="268773"/>
                </a:moveTo>
                <a:lnTo>
                  <a:pt x="51313" y="279587"/>
                </a:lnTo>
                <a:lnTo>
                  <a:pt x="56768" y="289051"/>
                </a:lnTo>
                <a:lnTo>
                  <a:pt x="57674" y="289051"/>
                </a:lnTo>
                <a:lnTo>
                  <a:pt x="57780" y="268773"/>
                </a:lnTo>
                <a:close/>
              </a:path>
              <a:path w="103504" h="304800">
                <a:moveTo>
                  <a:pt x="59181" y="0"/>
                </a:moveTo>
                <a:lnTo>
                  <a:pt x="46481" y="0"/>
                </a:lnTo>
                <a:lnTo>
                  <a:pt x="45394" y="208533"/>
                </a:lnTo>
                <a:lnTo>
                  <a:pt x="45337" y="219455"/>
                </a:lnTo>
                <a:lnTo>
                  <a:pt x="45005" y="268643"/>
                </a:lnTo>
                <a:lnTo>
                  <a:pt x="51313" y="279587"/>
                </a:lnTo>
                <a:lnTo>
                  <a:pt x="57704" y="268773"/>
                </a:lnTo>
                <a:lnTo>
                  <a:pt x="57780" y="268643"/>
                </a:lnTo>
                <a:lnTo>
                  <a:pt x="591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9975" y="5059743"/>
            <a:ext cx="3005455" cy="714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Our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80" dirty="0"/>
              <a:t> </a:t>
            </a:r>
            <a:r>
              <a:rPr spc="-10" dirty="0"/>
              <a:t>WORKING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178" y="1473644"/>
            <a:ext cx="3147060" cy="1098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7050" algn="l"/>
              </a:tabLst>
            </a:pPr>
            <a:r>
              <a:rPr sz="2200" spc="-25" dirty="0">
                <a:latin typeface="Times New Roman"/>
                <a:cs typeface="Times New Roman"/>
              </a:rPr>
              <a:t>1.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Pre-</a:t>
            </a:r>
            <a:r>
              <a:rPr sz="2200" dirty="0">
                <a:latin typeface="Times New Roman"/>
                <a:cs typeface="Times New Roman"/>
              </a:rPr>
              <a:t>processing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273" y="1702625"/>
            <a:ext cx="101155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Image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5623" y="2277872"/>
            <a:ext cx="1552575" cy="711200"/>
            <a:chOff x="4865623" y="2277872"/>
            <a:chExt cx="1552575" cy="711200"/>
          </a:xfrm>
        </p:grpSpPr>
        <p:sp>
          <p:nvSpPr>
            <p:cNvPr id="6" name="object 6"/>
            <p:cNvSpPr/>
            <p:nvPr/>
          </p:nvSpPr>
          <p:spPr>
            <a:xfrm>
              <a:off x="4878323" y="2290572"/>
              <a:ext cx="1527175" cy="685800"/>
            </a:xfrm>
            <a:custGeom>
              <a:avLst/>
              <a:gdLst/>
              <a:ahLst/>
              <a:cxnLst/>
              <a:rect l="l" t="t" r="r" b="b"/>
              <a:pathLst>
                <a:path w="1527175" h="685800">
                  <a:moveTo>
                    <a:pt x="763524" y="0"/>
                  </a:moveTo>
                  <a:lnTo>
                    <a:pt x="697650" y="1258"/>
                  </a:lnTo>
                  <a:lnTo>
                    <a:pt x="633331" y="4966"/>
                  </a:lnTo>
                  <a:lnTo>
                    <a:pt x="570796" y="11020"/>
                  </a:lnTo>
                  <a:lnTo>
                    <a:pt x="510275" y="19317"/>
                  </a:lnTo>
                  <a:lnTo>
                    <a:pt x="451997" y="29753"/>
                  </a:lnTo>
                  <a:lnTo>
                    <a:pt x="396190" y="42227"/>
                  </a:lnTo>
                  <a:lnTo>
                    <a:pt x="343085" y="56635"/>
                  </a:lnTo>
                  <a:lnTo>
                    <a:pt x="292911" y="72874"/>
                  </a:lnTo>
                  <a:lnTo>
                    <a:pt x="245897" y="90841"/>
                  </a:lnTo>
                  <a:lnTo>
                    <a:pt x="202272" y="110433"/>
                  </a:lnTo>
                  <a:lnTo>
                    <a:pt x="162266" y="131548"/>
                  </a:lnTo>
                  <a:lnTo>
                    <a:pt x="126107" y="154081"/>
                  </a:lnTo>
                  <a:lnTo>
                    <a:pt x="94026" y="177931"/>
                  </a:lnTo>
                  <a:lnTo>
                    <a:pt x="43012" y="229166"/>
                  </a:lnTo>
                  <a:lnTo>
                    <a:pt x="11058" y="284430"/>
                  </a:lnTo>
                  <a:lnTo>
                    <a:pt x="0" y="342900"/>
                  </a:lnTo>
                  <a:lnTo>
                    <a:pt x="2802" y="372483"/>
                  </a:lnTo>
                  <a:lnTo>
                    <a:pt x="24538" y="429453"/>
                  </a:lnTo>
                  <a:lnTo>
                    <a:pt x="66251" y="482806"/>
                  </a:lnTo>
                  <a:lnTo>
                    <a:pt x="126107" y="531718"/>
                  </a:lnTo>
                  <a:lnTo>
                    <a:pt x="162266" y="554251"/>
                  </a:lnTo>
                  <a:lnTo>
                    <a:pt x="202272" y="575366"/>
                  </a:lnTo>
                  <a:lnTo>
                    <a:pt x="245897" y="594958"/>
                  </a:lnTo>
                  <a:lnTo>
                    <a:pt x="292911" y="612925"/>
                  </a:lnTo>
                  <a:lnTo>
                    <a:pt x="343085" y="629164"/>
                  </a:lnTo>
                  <a:lnTo>
                    <a:pt x="396190" y="643572"/>
                  </a:lnTo>
                  <a:lnTo>
                    <a:pt x="451997" y="656046"/>
                  </a:lnTo>
                  <a:lnTo>
                    <a:pt x="510275" y="666482"/>
                  </a:lnTo>
                  <a:lnTo>
                    <a:pt x="570796" y="674779"/>
                  </a:lnTo>
                  <a:lnTo>
                    <a:pt x="633331" y="680833"/>
                  </a:lnTo>
                  <a:lnTo>
                    <a:pt x="697650" y="684541"/>
                  </a:lnTo>
                  <a:lnTo>
                    <a:pt x="763524" y="685800"/>
                  </a:lnTo>
                  <a:lnTo>
                    <a:pt x="829397" y="684541"/>
                  </a:lnTo>
                  <a:lnTo>
                    <a:pt x="893716" y="680833"/>
                  </a:lnTo>
                  <a:lnTo>
                    <a:pt x="956251" y="674779"/>
                  </a:lnTo>
                  <a:lnTo>
                    <a:pt x="1016772" y="666482"/>
                  </a:lnTo>
                  <a:lnTo>
                    <a:pt x="1075050" y="656046"/>
                  </a:lnTo>
                  <a:lnTo>
                    <a:pt x="1130857" y="643572"/>
                  </a:lnTo>
                  <a:lnTo>
                    <a:pt x="1183962" y="629164"/>
                  </a:lnTo>
                  <a:lnTo>
                    <a:pt x="1234136" y="612925"/>
                  </a:lnTo>
                  <a:lnTo>
                    <a:pt x="1281150" y="594958"/>
                  </a:lnTo>
                  <a:lnTo>
                    <a:pt x="1324775" y="575366"/>
                  </a:lnTo>
                  <a:lnTo>
                    <a:pt x="1364781" y="554251"/>
                  </a:lnTo>
                  <a:lnTo>
                    <a:pt x="1400940" y="531718"/>
                  </a:lnTo>
                  <a:lnTo>
                    <a:pt x="1433021" y="507868"/>
                  </a:lnTo>
                  <a:lnTo>
                    <a:pt x="1484035" y="456633"/>
                  </a:lnTo>
                  <a:lnTo>
                    <a:pt x="1515989" y="401369"/>
                  </a:lnTo>
                  <a:lnTo>
                    <a:pt x="1527048" y="342900"/>
                  </a:lnTo>
                  <a:lnTo>
                    <a:pt x="1524245" y="313316"/>
                  </a:lnTo>
                  <a:lnTo>
                    <a:pt x="1502509" y="256346"/>
                  </a:lnTo>
                  <a:lnTo>
                    <a:pt x="1460796" y="202993"/>
                  </a:lnTo>
                  <a:lnTo>
                    <a:pt x="1400940" y="154081"/>
                  </a:lnTo>
                  <a:lnTo>
                    <a:pt x="1364781" y="131548"/>
                  </a:lnTo>
                  <a:lnTo>
                    <a:pt x="1324775" y="110433"/>
                  </a:lnTo>
                  <a:lnTo>
                    <a:pt x="1281150" y="90841"/>
                  </a:lnTo>
                  <a:lnTo>
                    <a:pt x="1234136" y="72874"/>
                  </a:lnTo>
                  <a:lnTo>
                    <a:pt x="1183962" y="56635"/>
                  </a:lnTo>
                  <a:lnTo>
                    <a:pt x="1130857" y="42227"/>
                  </a:lnTo>
                  <a:lnTo>
                    <a:pt x="1075050" y="29753"/>
                  </a:lnTo>
                  <a:lnTo>
                    <a:pt x="1016772" y="19317"/>
                  </a:lnTo>
                  <a:lnTo>
                    <a:pt x="956251" y="11020"/>
                  </a:lnTo>
                  <a:lnTo>
                    <a:pt x="893716" y="4966"/>
                  </a:lnTo>
                  <a:lnTo>
                    <a:pt x="829397" y="1258"/>
                  </a:lnTo>
                  <a:lnTo>
                    <a:pt x="76352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78323" y="2290572"/>
              <a:ext cx="1527175" cy="685800"/>
            </a:xfrm>
            <a:custGeom>
              <a:avLst/>
              <a:gdLst/>
              <a:ahLst/>
              <a:cxnLst/>
              <a:rect l="l" t="t" r="r" b="b"/>
              <a:pathLst>
                <a:path w="1527175" h="685800">
                  <a:moveTo>
                    <a:pt x="0" y="342900"/>
                  </a:moveTo>
                  <a:lnTo>
                    <a:pt x="11058" y="284430"/>
                  </a:lnTo>
                  <a:lnTo>
                    <a:pt x="43012" y="229166"/>
                  </a:lnTo>
                  <a:lnTo>
                    <a:pt x="94026" y="177931"/>
                  </a:lnTo>
                  <a:lnTo>
                    <a:pt x="126107" y="154081"/>
                  </a:lnTo>
                  <a:lnTo>
                    <a:pt x="162266" y="131548"/>
                  </a:lnTo>
                  <a:lnTo>
                    <a:pt x="202272" y="110433"/>
                  </a:lnTo>
                  <a:lnTo>
                    <a:pt x="245897" y="90841"/>
                  </a:lnTo>
                  <a:lnTo>
                    <a:pt x="292911" y="72874"/>
                  </a:lnTo>
                  <a:lnTo>
                    <a:pt x="343085" y="56635"/>
                  </a:lnTo>
                  <a:lnTo>
                    <a:pt x="396190" y="42227"/>
                  </a:lnTo>
                  <a:lnTo>
                    <a:pt x="451997" y="29753"/>
                  </a:lnTo>
                  <a:lnTo>
                    <a:pt x="510275" y="19317"/>
                  </a:lnTo>
                  <a:lnTo>
                    <a:pt x="570796" y="11020"/>
                  </a:lnTo>
                  <a:lnTo>
                    <a:pt x="633331" y="4966"/>
                  </a:lnTo>
                  <a:lnTo>
                    <a:pt x="697650" y="1258"/>
                  </a:lnTo>
                  <a:lnTo>
                    <a:pt x="763524" y="0"/>
                  </a:lnTo>
                  <a:lnTo>
                    <a:pt x="829397" y="1258"/>
                  </a:lnTo>
                  <a:lnTo>
                    <a:pt x="893716" y="4966"/>
                  </a:lnTo>
                  <a:lnTo>
                    <a:pt x="956251" y="11020"/>
                  </a:lnTo>
                  <a:lnTo>
                    <a:pt x="1016772" y="19317"/>
                  </a:lnTo>
                  <a:lnTo>
                    <a:pt x="1075050" y="29753"/>
                  </a:lnTo>
                  <a:lnTo>
                    <a:pt x="1130857" y="42227"/>
                  </a:lnTo>
                  <a:lnTo>
                    <a:pt x="1183962" y="56635"/>
                  </a:lnTo>
                  <a:lnTo>
                    <a:pt x="1234136" y="72874"/>
                  </a:lnTo>
                  <a:lnTo>
                    <a:pt x="1281150" y="90841"/>
                  </a:lnTo>
                  <a:lnTo>
                    <a:pt x="1324775" y="110433"/>
                  </a:lnTo>
                  <a:lnTo>
                    <a:pt x="1364781" y="131548"/>
                  </a:lnTo>
                  <a:lnTo>
                    <a:pt x="1400940" y="154081"/>
                  </a:lnTo>
                  <a:lnTo>
                    <a:pt x="1433021" y="177931"/>
                  </a:lnTo>
                  <a:lnTo>
                    <a:pt x="1484035" y="229166"/>
                  </a:lnTo>
                  <a:lnTo>
                    <a:pt x="1515989" y="284430"/>
                  </a:lnTo>
                  <a:lnTo>
                    <a:pt x="1527048" y="342900"/>
                  </a:lnTo>
                  <a:lnTo>
                    <a:pt x="1524245" y="372483"/>
                  </a:lnTo>
                  <a:lnTo>
                    <a:pt x="1502509" y="429453"/>
                  </a:lnTo>
                  <a:lnTo>
                    <a:pt x="1460796" y="482806"/>
                  </a:lnTo>
                  <a:lnTo>
                    <a:pt x="1400940" y="531718"/>
                  </a:lnTo>
                  <a:lnTo>
                    <a:pt x="1364781" y="554251"/>
                  </a:lnTo>
                  <a:lnTo>
                    <a:pt x="1324775" y="575366"/>
                  </a:lnTo>
                  <a:lnTo>
                    <a:pt x="1281150" y="594958"/>
                  </a:lnTo>
                  <a:lnTo>
                    <a:pt x="1234136" y="612925"/>
                  </a:lnTo>
                  <a:lnTo>
                    <a:pt x="1183962" y="629164"/>
                  </a:lnTo>
                  <a:lnTo>
                    <a:pt x="1130857" y="643572"/>
                  </a:lnTo>
                  <a:lnTo>
                    <a:pt x="1075050" y="656046"/>
                  </a:lnTo>
                  <a:lnTo>
                    <a:pt x="1016772" y="666482"/>
                  </a:lnTo>
                  <a:lnTo>
                    <a:pt x="956251" y="674779"/>
                  </a:lnTo>
                  <a:lnTo>
                    <a:pt x="893716" y="680833"/>
                  </a:lnTo>
                  <a:lnTo>
                    <a:pt x="829397" y="684541"/>
                  </a:lnTo>
                  <a:lnTo>
                    <a:pt x="763524" y="685800"/>
                  </a:lnTo>
                  <a:lnTo>
                    <a:pt x="697650" y="684541"/>
                  </a:lnTo>
                  <a:lnTo>
                    <a:pt x="633331" y="680833"/>
                  </a:lnTo>
                  <a:lnTo>
                    <a:pt x="570796" y="674779"/>
                  </a:lnTo>
                  <a:lnTo>
                    <a:pt x="510275" y="666482"/>
                  </a:lnTo>
                  <a:lnTo>
                    <a:pt x="451997" y="656046"/>
                  </a:lnTo>
                  <a:lnTo>
                    <a:pt x="396190" y="643572"/>
                  </a:lnTo>
                  <a:lnTo>
                    <a:pt x="343085" y="629164"/>
                  </a:lnTo>
                  <a:lnTo>
                    <a:pt x="292911" y="612925"/>
                  </a:lnTo>
                  <a:lnTo>
                    <a:pt x="245897" y="594958"/>
                  </a:lnTo>
                  <a:lnTo>
                    <a:pt x="202272" y="575366"/>
                  </a:lnTo>
                  <a:lnTo>
                    <a:pt x="162266" y="554251"/>
                  </a:lnTo>
                  <a:lnTo>
                    <a:pt x="126107" y="531718"/>
                  </a:lnTo>
                  <a:lnTo>
                    <a:pt x="94026" y="507868"/>
                  </a:lnTo>
                  <a:lnTo>
                    <a:pt x="43012" y="456633"/>
                  </a:lnTo>
                  <a:lnTo>
                    <a:pt x="11058" y="401369"/>
                  </a:lnTo>
                  <a:lnTo>
                    <a:pt x="0" y="3429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32476" y="2366327"/>
            <a:ext cx="619760" cy="5143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90170" marR="5080" indent="-77470">
              <a:lnSpc>
                <a:spcPct val="104600"/>
              </a:lnSpc>
              <a:spcBef>
                <a:spcPts val="50"/>
              </a:spcBef>
            </a:pP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Guided Filter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1765" y="3380930"/>
            <a:ext cx="16808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Low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Frequency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Part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91119" y="3265423"/>
            <a:ext cx="482600" cy="482600"/>
            <a:chOff x="7691119" y="3265423"/>
            <a:chExt cx="482600" cy="482600"/>
          </a:xfrm>
        </p:grpSpPr>
        <p:sp>
          <p:nvSpPr>
            <p:cNvPr id="16" name="object 16"/>
            <p:cNvSpPr/>
            <p:nvPr/>
          </p:nvSpPr>
          <p:spPr>
            <a:xfrm>
              <a:off x="7703819" y="3278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03819" y="327812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85176" y="3341560"/>
            <a:ext cx="95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63871" y="3951223"/>
            <a:ext cx="2311400" cy="1095375"/>
            <a:chOff x="4563871" y="3951223"/>
            <a:chExt cx="2311400" cy="1095375"/>
          </a:xfrm>
        </p:grpSpPr>
        <p:sp>
          <p:nvSpPr>
            <p:cNvPr id="11" name="object 11"/>
            <p:cNvSpPr/>
            <p:nvPr/>
          </p:nvSpPr>
          <p:spPr>
            <a:xfrm>
              <a:off x="4576571" y="3963923"/>
              <a:ext cx="2286000" cy="1069975"/>
            </a:xfrm>
            <a:custGeom>
              <a:avLst/>
              <a:gdLst/>
              <a:ahLst/>
              <a:cxnLst/>
              <a:rect l="l" t="t" r="r" b="b"/>
              <a:pathLst>
                <a:path w="2286000" h="1069975">
                  <a:moveTo>
                    <a:pt x="1143000" y="0"/>
                  </a:moveTo>
                  <a:lnTo>
                    <a:pt x="1078134" y="846"/>
                  </a:lnTo>
                  <a:lnTo>
                    <a:pt x="1014218" y="3357"/>
                  </a:lnTo>
                  <a:lnTo>
                    <a:pt x="951348" y="7486"/>
                  </a:lnTo>
                  <a:lnTo>
                    <a:pt x="889622" y="13188"/>
                  </a:lnTo>
                  <a:lnTo>
                    <a:pt x="829134" y="20419"/>
                  </a:lnTo>
                  <a:lnTo>
                    <a:pt x="769983" y="29132"/>
                  </a:lnTo>
                  <a:lnTo>
                    <a:pt x="712264" y="39283"/>
                  </a:lnTo>
                  <a:lnTo>
                    <a:pt x="656073" y="50827"/>
                  </a:lnTo>
                  <a:lnTo>
                    <a:pt x="601507" y="63718"/>
                  </a:lnTo>
                  <a:lnTo>
                    <a:pt x="548663" y="77912"/>
                  </a:lnTo>
                  <a:lnTo>
                    <a:pt x="497637" y="93362"/>
                  </a:lnTo>
                  <a:lnTo>
                    <a:pt x="448526" y="110024"/>
                  </a:lnTo>
                  <a:lnTo>
                    <a:pt x="401425" y="127853"/>
                  </a:lnTo>
                  <a:lnTo>
                    <a:pt x="356432" y="146804"/>
                  </a:lnTo>
                  <a:lnTo>
                    <a:pt x="313642" y="166831"/>
                  </a:lnTo>
                  <a:lnTo>
                    <a:pt x="273153" y="187889"/>
                  </a:lnTo>
                  <a:lnTo>
                    <a:pt x="235061" y="209933"/>
                  </a:lnTo>
                  <a:lnTo>
                    <a:pt x="199461" y="232918"/>
                  </a:lnTo>
                  <a:lnTo>
                    <a:pt x="166451" y="256798"/>
                  </a:lnTo>
                  <a:lnTo>
                    <a:pt x="136128" y="281529"/>
                  </a:lnTo>
                  <a:lnTo>
                    <a:pt x="83924" y="333362"/>
                  </a:lnTo>
                  <a:lnTo>
                    <a:pt x="43622" y="388054"/>
                  </a:lnTo>
                  <a:lnTo>
                    <a:pt x="15993" y="445244"/>
                  </a:lnTo>
                  <a:lnTo>
                    <a:pt x="1809" y="504572"/>
                  </a:lnTo>
                  <a:lnTo>
                    <a:pt x="0" y="534924"/>
                  </a:lnTo>
                  <a:lnTo>
                    <a:pt x="1809" y="565275"/>
                  </a:lnTo>
                  <a:lnTo>
                    <a:pt x="15993" y="624603"/>
                  </a:lnTo>
                  <a:lnTo>
                    <a:pt x="43622" y="681793"/>
                  </a:lnTo>
                  <a:lnTo>
                    <a:pt x="83924" y="736485"/>
                  </a:lnTo>
                  <a:lnTo>
                    <a:pt x="136128" y="788318"/>
                  </a:lnTo>
                  <a:lnTo>
                    <a:pt x="166451" y="813049"/>
                  </a:lnTo>
                  <a:lnTo>
                    <a:pt x="199461" y="836929"/>
                  </a:lnTo>
                  <a:lnTo>
                    <a:pt x="235061" y="859914"/>
                  </a:lnTo>
                  <a:lnTo>
                    <a:pt x="273153" y="881958"/>
                  </a:lnTo>
                  <a:lnTo>
                    <a:pt x="313642" y="903016"/>
                  </a:lnTo>
                  <a:lnTo>
                    <a:pt x="356432" y="923043"/>
                  </a:lnTo>
                  <a:lnTo>
                    <a:pt x="401425" y="941994"/>
                  </a:lnTo>
                  <a:lnTo>
                    <a:pt x="448526" y="959823"/>
                  </a:lnTo>
                  <a:lnTo>
                    <a:pt x="497637" y="976485"/>
                  </a:lnTo>
                  <a:lnTo>
                    <a:pt x="548663" y="991935"/>
                  </a:lnTo>
                  <a:lnTo>
                    <a:pt x="601507" y="1006129"/>
                  </a:lnTo>
                  <a:lnTo>
                    <a:pt x="656073" y="1019020"/>
                  </a:lnTo>
                  <a:lnTo>
                    <a:pt x="712264" y="1030564"/>
                  </a:lnTo>
                  <a:lnTo>
                    <a:pt x="769983" y="1040715"/>
                  </a:lnTo>
                  <a:lnTo>
                    <a:pt x="829134" y="1049428"/>
                  </a:lnTo>
                  <a:lnTo>
                    <a:pt x="889622" y="1056659"/>
                  </a:lnTo>
                  <a:lnTo>
                    <a:pt x="951348" y="1062361"/>
                  </a:lnTo>
                  <a:lnTo>
                    <a:pt x="1014218" y="1066490"/>
                  </a:lnTo>
                  <a:lnTo>
                    <a:pt x="1078134" y="1069001"/>
                  </a:lnTo>
                  <a:lnTo>
                    <a:pt x="1143000" y="1069848"/>
                  </a:lnTo>
                  <a:lnTo>
                    <a:pt x="1207865" y="1069001"/>
                  </a:lnTo>
                  <a:lnTo>
                    <a:pt x="1271781" y="1066490"/>
                  </a:lnTo>
                  <a:lnTo>
                    <a:pt x="1334651" y="1062361"/>
                  </a:lnTo>
                  <a:lnTo>
                    <a:pt x="1396377" y="1056659"/>
                  </a:lnTo>
                  <a:lnTo>
                    <a:pt x="1456865" y="1049428"/>
                  </a:lnTo>
                  <a:lnTo>
                    <a:pt x="1516016" y="1040715"/>
                  </a:lnTo>
                  <a:lnTo>
                    <a:pt x="1573735" y="1030564"/>
                  </a:lnTo>
                  <a:lnTo>
                    <a:pt x="1629926" y="1019020"/>
                  </a:lnTo>
                  <a:lnTo>
                    <a:pt x="1684492" y="1006129"/>
                  </a:lnTo>
                  <a:lnTo>
                    <a:pt x="1737336" y="991935"/>
                  </a:lnTo>
                  <a:lnTo>
                    <a:pt x="1788362" y="976485"/>
                  </a:lnTo>
                  <a:lnTo>
                    <a:pt x="1837473" y="959823"/>
                  </a:lnTo>
                  <a:lnTo>
                    <a:pt x="1884574" y="941994"/>
                  </a:lnTo>
                  <a:lnTo>
                    <a:pt x="1929567" y="923043"/>
                  </a:lnTo>
                  <a:lnTo>
                    <a:pt x="1972357" y="903016"/>
                  </a:lnTo>
                  <a:lnTo>
                    <a:pt x="2012846" y="881958"/>
                  </a:lnTo>
                  <a:lnTo>
                    <a:pt x="2050938" y="859914"/>
                  </a:lnTo>
                  <a:lnTo>
                    <a:pt x="2086538" y="836929"/>
                  </a:lnTo>
                  <a:lnTo>
                    <a:pt x="2119548" y="813049"/>
                  </a:lnTo>
                  <a:lnTo>
                    <a:pt x="2149871" y="788318"/>
                  </a:lnTo>
                  <a:lnTo>
                    <a:pt x="2202075" y="736485"/>
                  </a:lnTo>
                  <a:lnTo>
                    <a:pt x="2242377" y="681793"/>
                  </a:lnTo>
                  <a:lnTo>
                    <a:pt x="2270006" y="624603"/>
                  </a:lnTo>
                  <a:lnTo>
                    <a:pt x="2284190" y="565275"/>
                  </a:lnTo>
                  <a:lnTo>
                    <a:pt x="2286000" y="534924"/>
                  </a:lnTo>
                  <a:lnTo>
                    <a:pt x="2284190" y="504572"/>
                  </a:lnTo>
                  <a:lnTo>
                    <a:pt x="2270006" y="445244"/>
                  </a:lnTo>
                  <a:lnTo>
                    <a:pt x="2242377" y="388054"/>
                  </a:lnTo>
                  <a:lnTo>
                    <a:pt x="2202075" y="333362"/>
                  </a:lnTo>
                  <a:lnTo>
                    <a:pt x="2149871" y="281529"/>
                  </a:lnTo>
                  <a:lnTo>
                    <a:pt x="2119548" y="256798"/>
                  </a:lnTo>
                  <a:lnTo>
                    <a:pt x="2086538" y="232918"/>
                  </a:lnTo>
                  <a:lnTo>
                    <a:pt x="2050938" y="209933"/>
                  </a:lnTo>
                  <a:lnTo>
                    <a:pt x="2012846" y="187889"/>
                  </a:lnTo>
                  <a:lnTo>
                    <a:pt x="1972357" y="166831"/>
                  </a:lnTo>
                  <a:lnTo>
                    <a:pt x="1929567" y="146804"/>
                  </a:lnTo>
                  <a:lnTo>
                    <a:pt x="1884574" y="127853"/>
                  </a:lnTo>
                  <a:lnTo>
                    <a:pt x="1837473" y="110024"/>
                  </a:lnTo>
                  <a:lnTo>
                    <a:pt x="1788362" y="93362"/>
                  </a:lnTo>
                  <a:lnTo>
                    <a:pt x="1737336" y="77912"/>
                  </a:lnTo>
                  <a:lnTo>
                    <a:pt x="1684492" y="63718"/>
                  </a:lnTo>
                  <a:lnTo>
                    <a:pt x="1629926" y="50827"/>
                  </a:lnTo>
                  <a:lnTo>
                    <a:pt x="1573735" y="39283"/>
                  </a:lnTo>
                  <a:lnTo>
                    <a:pt x="1516016" y="29132"/>
                  </a:lnTo>
                  <a:lnTo>
                    <a:pt x="1456865" y="20419"/>
                  </a:lnTo>
                  <a:lnTo>
                    <a:pt x="1396377" y="13188"/>
                  </a:lnTo>
                  <a:lnTo>
                    <a:pt x="1334651" y="7486"/>
                  </a:lnTo>
                  <a:lnTo>
                    <a:pt x="1271781" y="3357"/>
                  </a:lnTo>
                  <a:lnTo>
                    <a:pt x="1207865" y="846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6571" y="3963923"/>
              <a:ext cx="2286000" cy="1069975"/>
            </a:xfrm>
            <a:custGeom>
              <a:avLst/>
              <a:gdLst/>
              <a:ahLst/>
              <a:cxnLst/>
              <a:rect l="l" t="t" r="r" b="b"/>
              <a:pathLst>
                <a:path w="2286000" h="1069975">
                  <a:moveTo>
                    <a:pt x="0" y="534924"/>
                  </a:moveTo>
                  <a:lnTo>
                    <a:pt x="7172" y="474663"/>
                  </a:lnTo>
                  <a:lnTo>
                    <a:pt x="28175" y="416359"/>
                  </a:lnTo>
                  <a:lnTo>
                    <a:pt x="62237" y="360373"/>
                  </a:lnTo>
                  <a:lnTo>
                    <a:pt x="108586" y="307065"/>
                  </a:lnTo>
                  <a:lnTo>
                    <a:pt x="166451" y="256798"/>
                  </a:lnTo>
                  <a:lnTo>
                    <a:pt x="199461" y="232918"/>
                  </a:lnTo>
                  <a:lnTo>
                    <a:pt x="235061" y="209933"/>
                  </a:lnTo>
                  <a:lnTo>
                    <a:pt x="273153" y="187889"/>
                  </a:lnTo>
                  <a:lnTo>
                    <a:pt x="313642" y="166831"/>
                  </a:lnTo>
                  <a:lnTo>
                    <a:pt x="356432" y="146804"/>
                  </a:lnTo>
                  <a:lnTo>
                    <a:pt x="401425" y="127853"/>
                  </a:lnTo>
                  <a:lnTo>
                    <a:pt x="448526" y="110024"/>
                  </a:lnTo>
                  <a:lnTo>
                    <a:pt x="497637" y="93362"/>
                  </a:lnTo>
                  <a:lnTo>
                    <a:pt x="548663" y="77912"/>
                  </a:lnTo>
                  <a:lnTo>
                    <a:pt x="601507" y="63718"/>
                  </a:lnTo>
                  <a:lnTo>
                    <a:pt x="656073" y="50827"/>
                  </a:lnTo>
                  <a:lnTo>
                    <a:pt x="712264" y="39283"/>
                  </a:lnTo>
                  <a:lnTo>
                    <a:pt x="769983" y="29132"/>
                  </a:lnTo>
                  <a:lnTo>
                    <a:pt x="829134" y="20419"/>
                  </a:lnTo>
                  <a:lnTo>
                    <a:pt x="889622" y="13188"/>
                  </a:lnTo>
                  <a:lnTo>
                    <a:pt x="951348" y="7486"/>
                  </a:lnTo>
                  <a:lnTo>
                    <a:pt x="1014218" y="3357"/>
                  </a:lnTo>
                  <a:lnTo>
                    <a:pt x="1078134" y="846"/>
                  </a:lnTo>
                  <a:lnTo>
                    <a:pt x="1143000" y="0"/>
                  </a:lnTo>
                  <a:lnTo>
                    <a:pt x="1207865" y="846"/>
                  </a:lnTo>
                  <a:lnTo>
                    <a:pt x="1271781" y="3357"/>
                  </a:lnTo>
                  <a:lnTo>
                    <a:pt x="1334651" y="7486"/>
                  </a:lnTo>
                  <a:lnTo>
                    <a:pt x="1396377" y="13188"/>
                  </a:lnTo>
                  <a:lnTo>
                    <a:pt x="1456865" y="20419"/>
                  </a:lnTo>
                  <a:lnTo>
                    <a:pt x="1516016" y="29132"/>
                  </a:lnTo>
                  <a:lnTo>
                    <a:pt x="1573735" y="39283"/>
                  </a:lnTo>
                  <a:lnTo>
                    <a:pt x="1629926" y="50827"/>
                  </a:lnTo>
                  <a:lnTo>
                    <a:pt x="1684492" y="63718"/>
                  </a:lnTo>
                  <a:lnTo>
                    <a:pt x="1737336" y="77912"/>
                  </a:lnTo>
                  <a:lnTo>
                    <a:pt x="1788362" y="93362"/>
                  </a:lnTo>
                  <a:lnTo>
                    <a:pt x="1837473" y="110024"/>
                  </a:lnTo>
                  <a:lnTo>
                    <a:pt x="1884574" y="127853"/>
                  </a:lnTo>
                  <a:lnTo>
                    <a:pt x="1929567" y="146804"/>
                  </a:lnTo>
                  <a:lnTo>
                    <a:pt x="1972357" y="166831"/>
                  </a:lnTo>
                  <a:lnTo>
                    <a:pt x="2012846" y="187889"/>
                  </a:lnTo>
                  <a:lnTo>
                    <a:pt x="2050938" y="209933"/>
                  </a:lnTo>
                  <a:lnTo>
                    <a:pt x="2086538" y="232918"/>
                  </a:lnTo>
                  <a:lnTo>
                    <a:pt x="2119548" y="256798"/>
                  </a:lnTo>
                  <a:lnTo>
                    <a:pt x="2149871" y="281529"/>
                  </a:lnTo>
                  <a:lnTo>
                    <a:pt x="2202075" y="333362"/>
                  </a:lnTo>
                  <a:lnTo>
                    <a:pt x="2242377" y="388054"/>
                  </a:lnTo>
                  <a:lnTo>
                    <a:pt x="2270006" y="445244"/>
                  </a:lnTo>
                  <a:lnTo>
                    <a:pt x="2284190" y="504572"/>
                  </a:lnTo>
                  <a:lnTo>
                    <a:pt x="2286000" y="534924"/>
                  </a:lnTo>
                  <a:lnTo>
                    <a:pt x="2284190" y="565275"/>
                  </a:lnTo>
                  <a:lnTo>
                    <a:pt x="2270006" y="624603"/>
                  </a:lnTo>
                  <a:lnTo>
                    <a:pt x="2242377" y="681793"/>
                  </a:lnTo>
                  <a:lnTo>
                    <a:pt x="2202075" y="736485"/>
                  </a:lnTo>
                  <a:lnTo>
                    <a:pt x="2149871" y="788318"/>
                  </a:lnTo>
                  <a:lnTo>
                    <a:pt x="2119548" y="813049"/>
                  </a:lnTo>
                  <a:lnTo>
                    <a:pt x="2086538" y="836929"/>
                  </a:lnTo>
                  <a:lnTo>
                    <a:pt x="2050938" y="859914"/>
                  </a:lnTo>
                  <a:lnTo>
                    <a:pt x="2012846" y="881958"/>
                  </a:lnTo>
                  <a:lnTo>
                    <a:pt x="1972357" y="903016"/>
                  </a:lnTo>
                  <a:lnTo>
                    <a:pt x="1929567" y="923043"/>
                  </a:lnTo>
                  <a:lnTo>
                    <a:pt x="1884574" y="941994"/>
                  </a:lnTo>
                  <a:lnTo>
                    <a:pt x="1837473" y="959823"/>
                  </a:lnTo>
                  <a:lnTo>
                    <a:pt x="1788362" y="976485"/>
                  </a:lnTo>
                  <a:lnTo>
                    <a:pt x="1737336" y="991935"/>
                  </a:lnTo>
                  <a:lnTo>
                    <a:pt x="1684492" y="1006129"/>
                  </a:lnTo>
                  <a:lnTo>
                    <a:pt x="1629926" y="1019020"/>
                  </a:lnTo>
                  <a:lnTo>
                    <a:pt x="1573735" y="1030564"/>
                  </a:lnTo>
                  <a:lnTo>
                    <a:pt x="1516016" y="1040715"/>
                  </a:lnTo>
                  <a:lnTo>
                    <a:pt x="1456865" y="1049428"/>
                  </a:lnTo>
                  <a:lnTo>
                    <a:pt x="1396377" y="1056659"/>
                  </a:lnTo>
                  <a:lnTo>
                    <a:pt x="1334651" y="1062361"/>
                  </a:lnTo>
                  <a:lnTo>
                    <a:pt x="1271781" y="1066490"/>
                  </a:lnTo>
                  <a:lnTo>
                    <a:pt x="1207865" y="1069001"/>
                  </a:lnTo>
                  <a:lnTo>
                    <a:pt x="1143000" y="1069848"/>
                  </a:lnTo>
                  <a:lnTo>
                    <a:pt x="1078134" y="1069001"/>
                  </a:lnTo>
                  <a:lnTo>
                    <a:pt x="1014218" y="1066490"/>
                  </a:lnTo>
                  <a:lnTo>
                    <a:pt x="951348" y="1062361"/>
                  </a:lnTo>
                  <a:lnTo>
                    <a:pt x="889622" y="1056659"/>
                  </a:lnTo>
                  <a:lnTo>
                    <a:pt x="829134" y="1049428"/>
                  </a:lnTo>
                  <a:lnTo>
                    <a:pt x="769983" y="1040715"/>
                  </a:lnTo>
                  <a:lnTo>
                    <a:pt x="712264" y="1030564"/>
                  </a:lnTo>
                  <a:lnTo>
                    <a:pt x="656073" y="1019020"/>
                  </a:lnTo>
                  <a:lnTo>
                    <a:pt x="601507" y="1006129"/>
                  </a:lnTo>
                  <a:lnTo>
                    <a:pt x="548663" y="991935"/>
                  </a:lnTo>
                  <a:lnTo>
                    <a:pt x="497637" y="976485"/>
                  </a:lnTo>
                  <a:lnTo>
                    <a:pt x="448526" y="959823"/>
                  </a:lnTo>
                  <a:lnTo>
                    <a:pt x="401425" y="941994"/>
                  </a:lnTo>
                  <a:lnTo>
                    <a:pt x="356432" y="923043"/>
                  </a:lnTo>
                  <a:lnTo>
                    <a:pt x="313642" y="903016"/>
                  </a:lnTo>
                  <a:lnTo>
                    <a:pt x="273153" y="881958"/>
                  </a:lnTo>
                  <a:lnTo>
                    <a:pt x="235061" y="859914"/>
                  </a:lnTo>
                  <a:lnTo>
                    <a:pt x="199461" y="836929"/>
                  </a:lnTo>
                  <a:lnTo>
                    <a:pt x="166451" y="813049"/>
                  </a:lnTo>
                  <a:lnTo>
                    <a:pt x="136128" y="788318"/>
                  </a:lnTo>
                  <a:lnTo>
                    <a:pt x="83924" y="736485"/>
                  </a:lnTo>
                  <a:lnTo>
                    <a:pt x="43622" y="681793"/>
                  </a:lnTo>
                  <a:lnTo>
                    <a:pt x="15993" y="624603"/>
                  </a:lnTo>
                  <a:lnTo>
                    <a:pt x="1809" y="565275"/>
                  </a:lnTo>
                  <a:lnTo>
                    <a:pt x="0" y="53492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53659" y="3991419"/>
            <a:ext cx="1132840" cy="10001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2540" algn="ctr">
              <a:lnSpc>
                <a:spcPct val="103400"/>
              </a:lnSpc>
              <a:spcBef>
                <a:spcPts val="70"/>
              </a:spcBef>
            </a:pPr>
            <a:r>
              <a:rPr sz="1550" spc="-20" dirty="0">
                <a:solidFill>
                  <a:srgbClr val="FFFFFF"/>
                </a:solidFill>
                <a:latin typeface="Times New Roman"/>
                <a:cs typeface="Times New Roman"/>
              </a:rPr>
              <a:t>Edge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Enhancement </a:t>
            </a:r>
            <a:r>
              <a:rPr sz="155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5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imes New Roman"/>
                <a:cs typeface="Times New Roman"/>
              </a:rPr>
              <a:t>Sobel </a:t>
            </a:r>
            <a:r>
              <a:rPr sz="1550" spc="-10" dirty="0">
                <a:solidFill>
                  <a:srgbClr val="FFFFFF"/>
                </a:solidFill>
                <a:latin typeface="Times New Roman"/>
                <a:cs typeface="Times New Roman"/>
              </a:rPr>
              <a:t>Filter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95239" y="3662171"/>
            <a:ext cx="177165" cy="1524000"/>
            <a:chOff x="5595239" y="3662171"/>
            <a:chExt cx="177165" cy="1524000"/>
          </a:xfrm>
        </p:grpSpPr>
        <p:sp>
          <p:nvSpPr>
            <p:cNvPr id="21" name="object 21"/>
            <p:cNvSpPr/>
            <p:nvPr/>
          </p:nvSpPr>
          <p:spPr>
            <a:xfrm>
              <a:off x="5595239" y="3662171"/>
              <a:ext cx="103505" cy="304800"/>
            </a:xfrm>
            <a:custGeom>
              <a:avLst/>
              <a:gdLst/>
              <a:ahLst/>
              <a:cxnLst/>
              <a:rect l="l" t="t" r="r" b="b"/>
              <a:pathLst>
                <a:path w="103504" h="304800">
                  <a:moveTo>
                    <a:pt x="7112" y="208533"/>
                  </a:moveTo>
                  <a:lnTo>
                    <a:pt x="1015" y="212089"/>
                  </a:lnTo>
                  <a:lnTo>
                    <a:pt x="0" y="215900"/>
                  </a:lnTo>
                  <a:lnTo>
                    <a:pt x="1650" y="218947"/>
                  </a:lnTo>
                  <a:lnTo>
                    <a:pt x="51181" y="304800"/>
                  </a:lnTo>
                  <a:lnTo>
                    <a:pt x="58608" y="292226"/>
                  </a:lnTo>
                  <a:lnTo>
                    <a:pt x="44958" y="292226"/>
                  </a:lnTo>
                  <a:lnTo>
                    <a:pt x="45080" y="268643"/>
                  </a:lnTo>
                  <a:lnTo>
                    <a:pt x="12700" y="212597"/>
                  </a:lnTo>
                  <a:lnTo>
                    <a:pt x="10922" y="209550"/>
                  </a:lnTo>
                  <a:lnTo>
                    <a:pt x="7112" y="208533"/>
                  </a:lnTo>
                  <a:close/>
                </a:path>
                <a:path w="103504" h="304800">
                  <a:moveTo>
                    <a:pt x="45080" y="268773"/>
                  </a:moveTo>
                  <a:lnTo>
                    <a:pt x="44958" y="292226"/>
                  </a:lnTo>
                  <a:lnTo>
                    <a:pt x="57658" y="292226"/>
                  </a:lnTo>
                  <a:lnTo>
                    <a:pt x="57674" y="289051"/>
                  </a:lnTo>
                  <a:lnTo>
                    <a:pt x="45720" y="289051"/>
                  </a:lnTo>
                  <a:lnTo>
                    <a:pt x="51313" y="279587"/>
                  </a:lnTo>
                  <a:lnTo>
                    <a:pt x="45080" y="268773"/>
                  </a:lnTo>
                  <a:close/>
                </a:path>
                <a:path w="103504" h="304800">
                  <a:moveTo>
                    <a:pt x="96265" y="209041"/>
                  </a:moveTo>
                  <a:lnTo>
                    <a:pt x="92456" y="210057"/>
                  </a:lnTo>
                  <a:lnTo>
                    <a:pt x="90677" y="212978"/>
                  </a:lnTo>
                  <a:lnTo>
                    <a:pt x="57780" y="268643"/>
                  </a:lnTo>
                  <a:lnTo>
                    <a:pt x="57658" y="292226"/>
                  </a:lnTo>
                  <a:lnTo>
                    <a:pt x="58608" y="292226"/>
                  </a:lnTo>
                  <a:lnTo>
                    <a:pt x="101600" y="219455"/>
                  </a:lnTo>
                  <a:lnTo>
                    <a:pt x="103377" y="216407"/>
                  </a:lnTo>
                  <a:lnTo>
                    <a:pt x="102463" y="212978"/>
                  </a:lnTo>
                  <a:lnTo>
                    <a:pt x="102362" y="212597"/>
                  </a:lnTo>
                  <a:lnTo>
                    <a:pt x="96265" y="209041"/>
                  </a:lnTo>
                  <a:close/>
                </a:path>
                <a:path w="103504" h="304800">
                  <a:moveTo>
                    <a:pt x="51313" y="279587"/>
                  </a:moveTo>
                  <a:lnTo>
                    <a:pt x="45720" y="289051"/>
                  </a:lnTo>
                  <a:lnTo>
                    <a:pt x="56769" y="289051"/>
                  </a:lnTo>
                  <a:lnTo>
                    <a:pt x="51313" y="279587"/>
                  </a:lnTo>
                  <a:close/>
                </a:path>
                <a:path w="103504" h="304800">
                  <a:moveTo>
                    <a:pt x="57780" y="268773"/>
                  </a:moveTo>
                  <a:lnTo>
                    <a:pt x="51313" y="279587"/>
                  </a:lnTo>
                  <a:lnTo>
                    <a:pt x="56769" y="289051"/>
                  </a:lnTo>
                  <a:lnTo>
                    <a:pt x="57674" y="289051"/>
                  </a:lnTo>
                  <a:lnTo>
                    <a:pt x="57780" y="268773"/>
                  </a:lnTo>
                  <a:close/>
                </a:path>
                <a:path w="103504" h="304800">
                  <a:moveTo>
                    <a:pt x="59182" y="0"/>
                  </a:moveTo>
                  <a:lnTo>
                    <a:pt x="46482" y="0"/>
                  </a:lnTo>
                  <a:lnTo>
                    <a:pt x="45394" y="208533"/>
                  </a:lnTo>
                  <a:lnTo>
                    <a:pt x="45337" y="219455"/>
                  </a:lnTo>
                  <a:lnTo>
                    <a:pt x="45005" y="268643"/>
                  </a:lnTo>
                  <a:lnTo>
                    <a:pt x="51313" y="279587"/>
                  </a:lnTo>
                  <a:lnTo>
                    <a:pt x="57704" y="268773"/>
                  </a:lnTo>
                  <a:lnTo>
                    <a:pt x="57780" y="268643"/>
                  </a:lnTo>
                  <a:lnTo>
                    <a:pt x="59182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8772" y="5033644"/>
              <a:ext cx="103377" cy="152527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594984" y="2016251"/>
            <a:ext cx="2390140" cy="2024380"/>
            <a:chOff x="5594984" y="2016251"/>
            <a:chExt cx="2390140" cy="2024380"/>
          </a:xfrm>
        </p:grpSpPr>
        <p:sp>
          <p:nvSpPr>
            <p:cNvPr id="24" name="object 24"/>
            <p:cNvSpPr/>
            <p:nvPr/>
          </p:nvSpPr>
          <p:spPr>
            <a:xfrm>
              <a:off x="5594985" y="2016251"/>
              <a:ext cx="2106295" cy="1544320"/>
            </a:xfrm>
            <a:custGeom>
              <a:avLst/>
              <a:gdLst/>
              <a:ahLst/>
              <a:cxnLst/>
              <a:rect l="l" t="t" r="r" b="b"/>
              <a:pathLst>
                <a:path w="2106295" h="1544320">
                  <a:moveTo>
                    <a:pt x="103505" y="1328928"/>
                  </a:moveTo>
                  <a:lnTo>
                    <a:pt x="102489" y="1324991"/>
                  </a:lnTo>
                  <a:lnTo>
                    <a:pt x="96393" y="1321435"/>
                  </a:lnTo>
                  <a:lnTo>
                    <a:pt x="92456" y="1322451"/>
                  </a:lnTo>
                  <a:lnTo>
                    <a:pt x="57988" y="1381125"/>
                  </a:lnTo>
                  <a:lnTo>
                    <a:pt x="57861" y="1381328"/>
                  </a:lnTo>
                  <a:lnTo>
                    <a:pt x="59436" y="960120"/>
                  </a:lnTo>
                  <a:lnTo>
                    <a:pt x="46736" y="960120"/>
                  </a:lnTo>
                  <a:lnTo>
                    <a:pt x="45389" y="1321181"/>
                  </a:lnTo>
                  <a:lnTo>
                    <a:pt x="45288" y="1381328"/>
                  </a:lnTo>
                  <a:lnTo>
                    <a:pt x="45123" y="1391894"/>
                  </a:lnTo>
                  <a:lnTo>
                    <a:pt x="45161" y="1381125"/>
                  </a:lnTo>
                  <a:lnTo>
                    <a:pt x="11049" y="1322197"/>
                  </a:lnTo>
                  <a:lnTo>
                    <a:pt x="7112" y="1321181"/>
                  </a:lnTo>
                  <a:lnTo>
                    <a:pt x="4064" y="1322959"/>
                  </a:lnTo>
                  <a:lnTo>
                    <a:pt x="1016" y="1324610"/>
                  </a:lnTo>
                  <a:lnTo>
                    <a:pt x="0" y="1328547"/>
                  </a:lnTo>
                  <a:lnTo>
                    <a:pt x="51435" y="1417320"/>
                  </a:lnTo>
                  <a:lnTo>
                    <a:pt x="58839" y="1404747"/>
                  </a:lnTo>
                  <a:lnTo>
                    <a:pt x="101727" y="1331976"/>
                  </a:lnTo>
                  <a:lnTo>
                    <a:pt x="103505" y="1328928"/>
                  </a:lnTo>
                  <a:close/>
                </a:path>
                <a:path w="2106295" h="1544320">
                  <a:moveTo>
                    <a:pt x="103632" y="182753"/>
                  </a:moveTo>
                  <a:lnTo>
                    <a:pt x="102616" y="178816"/>
                  </a:lnTo>
                  <a:lnTo>
                    <a:pt x="99695" y="177038"/>
                  </a:lnTo>
                  <a:lnTo>
                    <a:pt x="96647" y="175260"/>
                  </a:lnTo>
                  <a:lnTo>
                    <a:pt x="92710" y="176276"/>
                  </a:lnTo>
                  <a:lnTo>
                    <a:pt x="90932" y="179324"/>
                  </a:lnTo>
                  <a:lnTo>
                    <a:pt x="58039" y="235038"/>
                  </a:lnTo>
                  <a:lnTo>
                    <a:pt x="59436" y="0"/>
                  </a:lnTo>
                  <a:lnTo>
                    <a:pt x="46736" y="0"/>
                  </a:lnTo>
                  <a:lnTo>
                    <a:pt x="45351" y="235038"/>
                  </a:lnTo>
                  <a:lnTo>
                    <a:pt x="45275" y="245910"/>
                  </a:lnTo>
                  <a:lnTo>
                    <a:pt x="45339" y="235038"/>
                  </a:lnTo>
                  <a:lnTo>
                    <a:pt x="12954" y="178816"/>
                  </a:lnTo>
                  <a:lnTo>
                    <a:pt x="11303" y="175768"/>
                  </a:lnTo>
                  <a:lnTo>
                    <a:pt x="7366" y="174752"/>
                  </a:lnTo>
                  <a:lnTo>
                    <a:pt x="1270" y="178308"/>
                  </a:lnTo>
                  <a:lnTo>
                    <a:pt x="254" y="182118"/>
                  </a:lnTo>
                  <a:lnTo>
                    <a:pt x="2032" y="185166"/>
                  </a:lnTo>
                  <a:lnTo>
                    <a:pt x="51435" y="271018"/>
                  </a:lnTo>
                  <a:lnTo>
                    <a:pt x="58788" y="258572"/>
                  </a:lnTo>
                  <a:lnTo>
                    <a:pt x="101854" y="185801"/>
                  </a:lnTo>
                  <a:lnTo>
                    <a:pt x="103632" y="182753"/>
                  </a:lnTo>
                  <a:close/>
                </a:path>
                <a:path w="2106295" h="1544320">
                  <a:moveTo>
                    <a:pt x="2105787" y="1490472"/>
                  </a:moveTo>
                  <a:lnTo>
                    <a:pt x="2094839" y="1484376"/>
                  </a:lnTo>
                  <a:lnTo>
                    <a:pt x="2093315" y="1483537"/>
                  </a:lnTo>
                  <a:lnTo>
                    <a:pt x="2093315" y="1496314"/>
                  </a:lnTo>
                  <a:lnTo>
                    <a:pt x="2093201" y="1490472"/>
                  </a:lnTo>
                  <a:lnTo>
                    <a:pt x="2093214" y="1490980"/>
                  </a:lnTo>
                  <a:lnTo>
                    <a:pt x="2093315" y="1496314"/>
                  </a:lnTo>
                  <a:lnTo>
                    <a:pt x="2093315" y="1483537"/>
                  </a:lnTo>
                  <a:lnTo>
                    <a:pt x="2019173" y="1442212"/>
                  </a:lnTo>
                  <a:lnTo>
                    <a:pt x="2016125" y="1440561"/>
                  </a:lnTo>
                  <a:lnTo>
                    <a:pt x="2012315" y="1441704"/>
                  </a:lnTo>
                  <a:lnTo>
                    <a:pt x="2010537" y="1444752"/>
                  </a:lnTo>
                  <a:lnTo>
                    <a:pt x="2008886" y="1447800"/>
                  </a:lnTo>
                  <a:lnTo>
                    <a:pt x="2010029" y="1451610"/>
                  </a:lnTo>
                  <a:lnTo>
                    <a:pt x="2013077" y="1453388"/>
                  </a:lnTo>
                  <a:lnTo>
                    <a:pt x="2069566" y="1484858"/>
                  </a:lnTo>
                  <a:lnTo>
                    <a:pt x="1267460" y="1501013"/>
                  </a:lnTo>
                  <a:lnTo>
                    <a:pt x="1267714" y="1513713"/>
                  </a:lnTo>
                  <a:lnTo>
                    <a:pt x="2069782" y="1497558"/>
                  </a:lnTo>
                  <a:lnTo>
                    <a:pt x="2014601" y="1531239"/>
                  </a:lnTo>
                  <a:lnTo>
                    <a:pt x="2011680" y="1533156"/>
                  </a:lnTo>
                  <a:lnTo>
                    <a:pt x="2010664" y="1536954"/>
                  </a:lnTo>
                  <a:lnTo>
                    <a:pt x="2012442" y="1540002"/>
                  </a:lnTo>
                  <a:lnTo>
                    <a:pt x="2014347" y="1543050"/>
                  </a:lnTo>
                  <a:lnTo>
                    <a:pt x="2018284" y="1543939"/>
                  </a:lnTo>
                  <a:lnTo>
                    <a:pt x="2105787" y="149047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46419" y="2135123"/>
              <a:ext cx="2286000" cy="1905"/>
            </a:xfrm>
            <a:custGeom>
              <a:avLst/>
              <a:gdLst/>
              <a:ahLst/>
              <a:cxnLst/>
              <a:rect l="l" t="t" r="r" b="b"/>
              <a:pathLst>
                <a:path w="2286000" h="1905">
                  <a:moveTo>
                    <a:pt x="0" y="0"/>
                  </a:moveTo>
                  <a:lnTo>
                    <a:pt x="2286000" y="1650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80921" y="2135123"/>
              <a:ext cx="104139" cy="1905000"/>
            </a:xfrm>
            <a:custGeom>
              <a:avLst/>
              <a:gdLst/>
              <a:ahLst/>
              <a:cxnLst/>
              <a:rect l="l" t="t" r="r" b="b"/>
              <a:pathLst>
                <a:path w="104140" h="1905000">
                  <a:moveTo>
                    <a:pt x="103314" y="1054481"/>
                  </a:moveTo>
                  <a:lnTo>
                    <a:pt x="102387" y="1050925"/>
                  </a:lnTo>
                  <a:lnTo>
                    <a:pt x="102298" y="1050544"/>
                  </a:lnTo>
                  <a:lnTo>
                    <a:pt x="96202" y="1046988"/>
                  </a:lnTo>
                  <a:lnTo>
                    <a:pt x="92392" y="1048004"/>
                  </a:lnTo>
                  <a:lnTo>
                    <a:pt x="57873" y="1107008"/>
                  </a:lnTo>
                  <a:lnTo>
                    <a:pt x="59499" y="0"/>
                  </a:lnTo>
                  <a:lnTo>
                    <a:pt x="46799" y="0"/>
                  </a:lnTo>
                  <a:lnTo>
                    <a:pt x="45262" y="1046988"/>
                  </a:lnTo>
                  <a:lnTo>
                    <a:pt x="45199" y="1107008"/>
                  </a:lnTo>
                  <a:lnTo>
                    <a:pt x="45148" y="1130427"/>
                  </a:lnTo>
                  <a:lnTo>
                    <a:pt x="45173" y="1107008"/>
                  </a:lnTo>
                  <a:lnTo>
                    <a:pt x="12636" y="1050925"/>
                  </a:lnTo>
                  <a:lnTo>
                    <a:pt x="10858" y="1048004"/>
                  </a:lnTo>
                  <a:lnTo>
                    <a:pt x="7467" y="1046988"/>
                  </a:lnTo>
                  <a:lnTo>
                    <a:pt x="6819" y="1046988"/>
                  </a:lnTo>
                  <a:lnTo>
                    <a:pt x="723" y="1050544"/>
                  </a:lnTo>
                  <a:lnTo>
                    <a:pt x="812" y="1050925"/>
                  </a:lnTo>
                  <a:lnTo>
                    <a:pt x="0" y="1054481"/>
                  </a:lnTo>
                  <a:lnTo>
                    <a:pt x="51498" y="1143000"/>
                  </a:lnTo>
                  <a:lnTo>
                    <a:pt x="58851" y="1130427"/>
                  </a:lnTo>
                  <a:lnTo>
                    <a:pt x="103314" y="1054481"/>
                  </a:lnTo>
                  <a:close/>
                </a:path>
                <a:path w="104140" h="1905000">
                  <a:moveTo>
                    <a:pt x="103695" y="1816608"/>
                  </a:moveTo>
                  <a:lnTo>
                    <a:pt x="102781" y="1813179"/>
                  </a:lnTo>
                  <a:lnTo>
                    <a:pt x="102679" y="1812798"/>
                  </a:lnTo>
                  <a:lnTo>
                    <a:pt x="96583" y="1809242"/>
                  </a:lnTo>
                  <a:lnTo>
                    <a:pt x="92773" y="1810258"/>
                  </a:lnTo>
                  <a:lnTo>
                    <a:pt x="90995" y="1813179"/>
                  </a:lnTo>
                  <a:lnTo>
                    <a:pt x="58089" y="1868855"/>
                  </a:lnTo>
                  <a:lnTo>
                    <a:pt x="58077" y="1868995"/>
                  </a:lnTo>
                  <a:lnTo>
                    <a:pt x="51625" y="1879790"/>
                  </a:lnTo>
                  <a:lnTo>
                    <a:pt x="58013" y="1868982"/>
                  </a:lnTo>
                  <a:lnTo>
                    <a:pt x="58089" y="1868855"/>
                  </a:lnTo>
                  <a:lnTo>
                    <a:pt x="59499" y="1600200"/>
                  </a:lnTo>
                  <a:lnTo>
                    <a:pt x="46799" y="1600200"/>
                  </a:lnTo>
                  <a:lnTo>
                    <a:pt x="45707" y="1808734"/>
                  </a:lnTo>
                  <a:lnTo>
                    <a:pt x="45643" y="1819656"/>
                  </a:lnTo>
                  <a:lnTo>
                    <a:pt x="45313" y="1868728"/>
                  </a:lnTo>
                  <a:lnTo>
                    <a:pt x="13017" y="1812798"/>
                  </a:lnTo>
                  <a:lnTo>
                    <a:pt x="11239" y="1809750"/>
                  </a:lnTo>
                  <a:lnTo>
                    <a:pt x="7429" y="1808734"/>
                  </a:lnTo>
                  <a:lnTo>
                    <a:pt x="1333" y="1812290"/>
                  </a:lnTo>
                  <a:lnTo>
                    <a:pt x="317" y="1816100"/>
                  </a:lnTo>
                  <a:lnTo>
                    <a:pt x="1968" y="1819148"/>
                  </a:lnTo>
                  <a:lnTo>
                    <a:pt x="51498" y="1905000"/>
                  </a:lnTo>
                  <a:lnTo>
                    <a:pt x="58915" y="1892427"/>
                  </a:lnTo>
                  <a:lnTo>
                    <a:pt x="101917" y="1819656"/>
                  </a:lnTo>
                  <a:lnTo>
                    <a:pt x="103695" y="181660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48906" y="4067746"/>
            <a:ext cx="171767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High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Frequency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Part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2911" y="5212270"/>
            <a:ext cx="3423920" cy="758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Times New Roman"/>
                <a:cs typeface="Times New Roman"/>
              </a:rPr>
              <a:t>Enhanced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Low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Frequency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Part</a:t>
            </a:r>
            <a:endParaRPr sz="15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710"/>
              </a:spcBef>
            </a:pP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Pre-processing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79830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5.</a:t>
            </a:r>
            <a:r>
              <a:rPr u="none" spc="-5" dirty="0"/>
              <a:t> </a:t>
            </a:r>
            <a:r>
              <a:rPr spc="-10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71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PUBLICATION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870" y="2781249"/>
            <a:ext cx="422846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u="none" dirty="0">
                <a:solidFill>
                  <a:srgbClr val="375F92"/>
                </a:solidFill>
                <a:latin typeface="Times New Roman"/>
                <a:cs typeface="Times New Roman"/>
              </a:rPr>
              <a:t>THANK</a:t>
            </a:r>
            <a:r>
              <a:rPr sz="5400" b="1" u="none" spc="-14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sz="5400" b="1" u="none" spc="-25" dirty="0">
                <a:solidFill>
                  <a:srgbClr val="375F92"/>
                </a:solidFill>
                <a:latin typeface="Times New Roman"/>
                <a:cs typeface="Times New Roman"/>
              </a:rPr>
              <a:t>YOU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</TotalTime>
  <Words>807</Words>
  <Application>Microsoft Office PowerPoint</Application>
  <PresentationFormat>On-screen Show (4:3)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MT</vt:lpstr>
      <vt:lpstr>Calibri</vt:lpstr>
      <vt:lpstr>Times New Roman</vt:lpstr>
      <vt:lpstr>Office Theme</vt:lpstr>
      <vt:lpstr>REMOTE NETWORK ACCESS USING TWIN GATE AND RASPBERRY PI</vt:lpstr>
      <vt:lpstr>OUTLINE</vt:lpstr>
      <vt:lpstr>1. ABSTRACT</vt:lpstr>
      <vt:lpstr>2. INTRODUCTION</vt:lpstr>
      <vt:lpstr>3. SYSTEM ANALYSIS        LITERATURE REVIEW</vt:lpstr>
      <vt:lpstr>3. SYSTEM ANALYSIS        LITERATURE REVIEW</vt:lpstr>
      <vt:lpstr>EXISTING SYSTEM</vt:lpstr>
      <vt:lpstr>PROPOSED SYSTEM</vt:lpstr>
      <vt:lpstr>4. SYSTEM OVERVIEW SYSTEM REQUIREMENTS</vt:lpstr>
      <vt:lpstr>SYSTEM DESIGN</vt:lpstr>
      <vt:lpstr>SYSTEM WORKING</vt:lpstr>
      <vt:lpstr>5. CONCLUSION</vt:lpstr>
      <vt:lpstr>REFERENCES</vt:lpstr>
      <vt:lpstr>PUBLICATION OF THE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Ramakrishnan</dc:creator>
  <cp:lastModifiedBy>Akshay N</cp:lastModifiedBy>
  <cp:revision>1</cp:revision>
  <dcterms:created xsi:type="dcterms:W3CDTF">2026-09-26T01:42:47Z</dcterms:created>
  <dcterms:modified xsi:type="dcterms:W3CDTF">2026-10-02T15:35:15Z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2026-08-10T00:00:00Z</vt:filetime>
  </property>
  <property fmtid="{D5CDD505-2E9C-101B-9397-08002B2CF9AE}" pid="4" name="LastSaved">
    <vt:filetime>2026-09-26T00:00:00Z</vt:filetime>
  </property>
</Properties>
</file>