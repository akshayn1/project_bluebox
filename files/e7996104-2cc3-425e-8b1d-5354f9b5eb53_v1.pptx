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9D6874-3E42-4C2C-A7B8-6A8213735485}" v="8" dt="2026-08-07T09:08:21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36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Header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F74CB9-A50B-4F1C-8EFF-368A1AF0E538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B3E00-B6CE-4EAF-A3A7-BC372E272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776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6589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2F85-21C0-4424-B0B6-2313726738C1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92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69F5D-5B28-4895-9EE0-47DA0532E606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62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D535-DFCE-4D1D-BC3E-5150D678208C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05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0487-B28F-420D-B5EF-7D667983A20B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279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FC95-1C98-4EE2-9B9C-80BB158C0C7A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397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111AA-78B1-4852-AF0A-AFB9BB11773A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2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BDD36-2C82-4963-A3CE-FE7EF4DF78B9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58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3214-F40E-4D4D-ADC5-A46C1929620D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2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9581-7B82-44A1-9229-C8879EC1BCC1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38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C26F-1529-43AB-B5C2-984D99B665BC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91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B9CF9-3923-4322-AE95-765E857090C9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5710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B59CB-1E3F-48FB-8EEC-1D553B7A1B65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556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52B2-A363-4973-8233-BFE491630014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0175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D289-9771-4F99-9991-825A373E2163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923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D0DF-9D07-4300-A0CC-7D91B80350E9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89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9068-F47D-4D9C-835A-422DF1E69FFF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5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C32EC-215A-460D-9138-FBC336902299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16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1359" y="1280850"/>
            <a:ext cx="7603218" cy="103849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</a:t>
            </a:r>
            <a:br>
              <a:rPr lang="en-US" sz="4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885" y="4494893"/>
            <a:ext cx="3457095" cy="154304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By,		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Ms.Farbeena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	</a:t>
            </a:r>
          </a:p>
          <a:p>
            <a:pPr>
              <a:spcBef>
                <a:spcPts val="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8974"/>
            <a:ext cx="8915400" cy="10384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52" y="6231005"/>
            <a:ext cx="8977448" cy="644643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572000" y="4335062"/>
            <a:ext cx="4267200" cy="1895943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oject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Members	</a:t>
            </a:r>
          </a:p>
          <a:p>
            <a:pPr marL="257168" indent="-257168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Abhishek KB(LJCE23CC034) </a:t>
            </a:r>
          </a:p>
          <a:p>
            <a:pPr marL="257168" indent="-257168">
              <a:buAutoNum type="arabicPeriod"/>
            </a:pP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Shanid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Ali(JCE23CC027) </a:t>
            </a:r>
          </a:p>
          <a:p>
            <a:pPr marL="257168" indent="-257168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Akshay N(JCE23CC008)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AD14A7-FE68-D5B9-F44A-8E199441A9BF}"/>
              </a:ext>
            </a:extLst>
          </p:cNvPr>
          <p:cNvSpPr txBox="1">
            <a:spLocks/>
          </p:cNvSpPr>
          <p:nvPr/>
        </p:nvSpPr>
        <p:spPr>
          <a:xfrm>
            <a:off x="884691" y="2332537"/>
            <a:ext cx="7603218" cy="15430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Remote Network Access Using Twin Gate and Raspberry Pi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4DE4EF-F067-07BA-2EF9-84D60545D93D}"/>
              </a:ext>
            </a:extLst>
          </p:cNvPr>
          <p:cNvSpPr txBox="1"/>
          <p:nvPr/>
        </p:nvSpPr>
        <p:spPr>
          <a:xfrm>
            <a:off x="521580" y="1010255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epartment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Computer Science &amp; Engineering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03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31" y="329900"/>
            <a:ext cx="7391340" cy="107114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2640" y="1401047"/>
            <a:ext cx="5212080" cy="4767942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0015" y="787783"/>
            <a:ext cx="656191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D6835B0-88DB-1DBB-D6CC-0F22D2F2E3CE}"/>
              </a:ext>
            </a:extLst>
          </p:cNvPr>
          <p:cNvSpPr txBox="1">
            <a:spLocks/>
          </p:cNvSpPr>
          <p:nvPr/>
        </p:nvSpPr>
        <p:spPr>
          <a:xfrm>
            <a:off x="1096206" y="6417129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857875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F3723-E27F-4E5E-906F-BEBF2F929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1D8A8-7EBE-E662-F5D3-04AAEDFFE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231" y="329900"/>
            <a:ext cx="7391340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4DA70-3A69-86D6-7B28-12F0D2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11" y="1610790"/>
            <a:ext cx="7887777" cy="5887104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remote network access using Raspberry Pi and Twin Gate ZTNA.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identity-based and least-privilege access.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the need for firewall modifications and port forwarding.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Raspberry Pi acts as a lightweight and low-cost gateway.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cloud-managed architecture for simplified deployment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DNS aliasing, temporary permissions, and service accounts.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FAECA-5DFA-908A-AB61-F0F149D0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6206" y="6417129"/>
            <a:ext cx="7915018" cy="440871"/>
          </a:xfrm>
        </p:spPr>
        <p:txBody>
          <a:bodyPr/>
          <a:lstStyle/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                                                  2023 - 2027 Batch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A2C24-B49E-ABC9-C354-933F58E1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0015" y="787783"/>
            <a:ext cx="656191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85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524" y="192240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228" y="1489990"/>
            <a:ext cx="8069061" cy="536801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 is essential for modern organizations.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VPNs are complex and difficult to manage.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Trust Network Access (ZTNA) provides secure, identity-based access.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Twin Gate enables secure connections without exposing internal networks.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offers an affordable and portable gateway solution.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10C17BD-6A4A-5BF8-BD23-359908729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08C26835-6A7D-5AB6-8E1D-08978C82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6206" y="6445324"/>
            <a:ext cx="7915018" cy="440871"/>
          </a:xfrm>
        </p:spPr>
        <p:txBody>
          <a:bodyPr/>
          <a:lstStyle/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111774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228" y="1497037"/>
            <a:ext cx="8278209" cy="485915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VPNs require firewall configuration and port forwarding.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network setup increases maintenance costs.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VPNs often provide excessive network access.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configuration of remote resources is time-consuming.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organizations need an affordable and secure solution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monitoring and access control creates security risks.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78479C0-0B52-1637-3C99-7D3890576F8E}"/>
              </a:ext>
            </a:extLst>
          </p:cNvPr>
          <p:cNvSpPr txBox="1">
            <a:spLocks/>
          </p:cNvSpPr>
          <p:nvPr/>
        </p:nvSpPr>
        <p:spPr>
          <a:xfrm>
            <a:off x="1099184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58045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1788D-9D0D-756B-D03B-80EA2DA0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C68E-8CD7-B637-2EF5-D2C02FF5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CF8C2-8AA2-A9CB-AAD2-C7EC780C3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8" y="1366729"/>
            <a:ext cx="8063878" cy="470348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remote access system using Raspberry Pi.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Zero Trust security principles.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firewall modifications and complex configurations.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resource discovery using Python and Twin Gate API.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remote administration and monitoring.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remote administration and monitoring.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scalable and cost-effective solution.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BDC95-8DC6-BB60-BF7D-BE579575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A61D7D4-0768-5F38-8832-65234CB24BA9}"/>
              </a:ext>
            </a:extLst>
          </p:cNvPr>
          <p:cNvSpPr txBox="1">
            <a:spLocks/>
          </p:cNvSpPr>
          <p:nvPr/>
        </p:nvSpPr>
        <p:spPr>
          <a:xfrm>
            <a:off x="1099184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85349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3DF0A-5DA1-9A73-4185-ED314707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87D6-329A-454F-2D32-2C5EA2E46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7F0A6-815E-AD61-F540-D4B2A5E89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081" y="1494503"/>
            <a:ext cx="7257713" cy="498495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VPN-based remote access systems.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port forwarding and firewall changes.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installation and maintenance.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control and monitoring.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scale for large networks.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 due to broad network access.</a:t>
            </a:r>
          </a:p>
          <a:p>
            <a:pPr algn="just"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160F93-B576-5A61-A102-F1B454ED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3ED189B-05F9-0AA4-D647-74B7AE4F55E8}"/>
              </a:ext>
            </a:extLst>
          </p:cNvPr>
          <p:cNvSpPr txBox="1">
            <a:spLocks/>
          </p:cNvSpPr>
          <p:nvPr/>
        </p:nvSpPr>
        <p:spPr>
          <a:xfrm>
            <a:off x="1096206" y="6381322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286433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C955778-D5B4-A216-A694-B709EFEB976A}"/>
              </a:ext>
            </a:extLst>
          </p:cNvPr>
          <p:cNvSpPr txBox="1">
            <a:spLocks/>
          </p:cNvSpPr>
          <p:nvPr/>
        </p:nvSpPr>
        <p:spPr>
          <a:xfrm>
            <a:off x="1096206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                                                  2023 - 2027 Batch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21F7A21-8F61-E02A-FCFC-CC969B593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17" y="1569036"/>
            <a:ext cx="8007531" cy="4859157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configured as a Twin Gate connector.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Zero Trust Network Access (ZTNA).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firewall modifications or port forwarding required.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Cloud-managed architecture for easy deployment.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automation for resource discovery and registration.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user authentication and device verification.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detailed activity logs and access policies.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secure, scalable, and user-friendly remote connectivity.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131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1BC6-9EEC-254F-5512-67C561A6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BE7F-40FA-2215-27EB-C762F871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PROJECT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B5C9-DFFA-A0B6-FED1-31D855DAB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206" y="1229663"/>
            <a:ext cx="7634839" cy="529895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remote access using Zero Trust Network Access (ZTNA).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authorized users to access remote devices and services from anywhere.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the need for firewall modifications and port forwarding.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network resource discovery and registration using Python and the Twin Gate API.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162FF-B0C1-30D0-4160-030CAD82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0C9C573-8F84-661F-1C1B-524623F554E7}"/>
              </a:ext>
            </a:extLst>
          </p:cNvPr>
          <p:cNvSpPr txBox="1">
            <a:spLocks/>
          </p:cNvSpPr>
          <p:nvPr/>
        </p:nvSpPr>
        <p:spPr>
          <a:xfrm>
            <a:off x="1228982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3144674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970" y="307449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935" y="1583059"/>
            <a:ext cx="7769439" cy="506354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secure and efficient remote access solution using Raspberry Pi and Twin Gate ZTNA.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the limitations of traditional VPNs, such as port forwarding and firewall modifications.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Zero Trust principles by implementing identity-based authentication and least-privilege access control.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automation and Twin Gate API integration simplify network management and resource registration.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cost-effective, scalable, and easy to deploy.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8D18911-341B-F13A-C3C4-C7C243FE6C0F}"/>
              </a:ext>
            </a:extLst>
          </p:cNvPr>
          <p:cNvSpPr txBox="1">
            <a:spLocks/>
          </p:cNvSpPr>
          <p:nvPr/>
        </p:nvSpPr>
        <p:spPr>
          <a:xfrm>
            <a:off x="1136469" y="6417129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2189534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0D9F-5559-CFFD-E62E-5F68BF9C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50E3-3B12-65ED-D527-1D01B06B9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970" y="307449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A0B4-A945-B19C-3774-36B56FB51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206" y="1421722"/>
            <a:ext cx="7370845" cy="488019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Rose, O. Borchert, S. Mitchell, and S. Connelly, "Zero Trust Architecture," National Institute of Standards and Technology (NIST), Special Publication 800-207, Aug. 2020.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J.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Kindervag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"Build Security Into Your Network's DNA: The Zero Trust Network Architecture," Forrester Research, 2010.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M. U. Iftikhar, S. Hussain, and M. A. Shah, "A Survey of Zero Trust Security Models for Cloud Computing," IEEE Access, vol. 9, pp. 125527–125546, 2021.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Y. Cheng, X. Wang, and J. Li, "Zero Trust Network Access: A Survey of Technologies and Challenges," IEEE Communications Surveys &amp; Tutorials, vol. 24, no. 3, pp. 1637–1665, 2022.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BCB76-CC1F-6AFB-C135-6A3F75B0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8C850E78-153C-2ABF-50A0-67F7854C1C30}"/>
              </a:ext>
            </a:extLst>
          </p:cNvPr>
          <p:cNvSpPr txBox="1">
            <a:spLocks/>
          </p:cNvSpPr>
          <p:nvPr/>
        </p:nvSpPr>
        <p:spPr>
          <a:xfrm>
            <a:off x="1096206" y="6417129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3087533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67214-85E9-5C68-51AF-325FFC98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FEDD-77CC-FB8B-561F-4F0A0EEA5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117" y="2948666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F61A0-1BD1-379C-C15F-669C4FE5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593DB1F-D927-04F2-CFF2-2EF2258E293C}"/>
              </a:ext>
            </a:extLst>
          </p:cNvPr>
          <p:cNvSpPr txBox="1">
            <a:spLocks/>
          </p:cNvSpPr>
          <p:nvPr/>
        </p:nvSpPr>
        <p:spPr>
          <a:xfrm>
            <a:off x="1096206" y="6417129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3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Mini Project 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31566898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852</Words>
  <Application>Microsoft Office PowerPoint</Application>
  <PresentationFormat>On-screen Show (4:3)</PresentationFormat>
  <Paragraphs>104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 3</vt:lpstr>
      <vt:lpstr>Wisp</vt:lpstr>
      <vt:lpstr>CCD 415 Main Project Zeroth Review</vt:lpstr>
      <vt:lpstr>OUTLINE</vt:lpstr>
      <vt:lpstr>ABSTRACT</vt:lpstr>
      <vt:lpstr>INTRODUCTION</vt:lpstr>
      <vt:lpstr>PROBLEM STATEMENT</vt:lpstr>
      <vt:lpstr>OBJECTIVES</vt:lpstr>
      <vt:lpstr>EXISTING SYSTEM</vt:lpstr>
      <vt:lpstr>PROPOSED SYSTEM</vt:lpstr>
      <vt:lpstr>SCOPE OF THE PROJECT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CCD 334 Mini Project Zeroth Review</dc:title>
  <dc:creator>PAVITHRA</dc:creator>
  <cp:lastModifiedBy>Abhishek k b</cp:lastModifiedBy>
  <cp:revision>6</cp:revision>
  <dcterms:modified xsi:type="dcterms:W3CDTF">2026-08-07T09:14:18Z</dcterms:modified>
</cp:coreProperties>
</file>